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12" r:id="rId1"/>
  </p:sldMasterIdLst>
  <p:notesMasterIdLst>
    <p:notesMasterId r:id="rId11"/>
  </p:notesMasterIdLst>
  <p:handoutMasterIdLst>
    <p:handoutMasterId r:id="rId12"/>
  </p:handoutMasterIdLst>
  <p:sldIdLst>
    <p:sldId id="257" r:id="rId2"/>
    <p:sldId id="261" r:id="rId3"/>
    <p:sldId id="259" r:id="rId4"/>
    <p:sldId id="260" r:id="rId5"/>
    <p:sldId id="344" r:id="rId6"/>
    <p:sldId id="332" r:id="rId7"/>
    <p:sldId id="338" r:id="rId8"/>
    <p:sldId id="343" r:id="rId9"/>
    <p:sldId id="299" r:id="rId10"/>
  </p:sldIdLst>
  <p:sldSz cx="12192000" cy="6858000"/>
  <p:notesSz cx="6858000" cy="9144000"/>
  <p:defaultTextStyle>
    <a:defPPr rtl="0"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Sébastien Ulésie" initials="SU" lastIdx="1" clrIdx="0">
    <p:extLst>
      <p:ext uri="{19B8F6BF-5375-455C-9EA6-DF929625EA0E}">
        <p15:presenceInfo xmlns:p15="http://schemas.microsoft.com/office/powerpoint/2012/main" userId="341bc60b6eabda31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A586F"/>
    <a:srgbClr val="FFDF79"/>
    <a:srgbClr val="BAE18F"/>
    <a:srgbClr val="FFFF66"/>
    <a:srgbClr val="F6A2F8"/>
    <a:srgbClr val="FFFFCC"/>
    <a:srgbClr val="FF9900"/>
    <a:srgbClr val="EE96A3"/>
    <a:srgbClr val="EB8190"/>
    <a:srgbClr val="F2EFC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9C7853C-536D-4A76-A0AE-DD22124D55A5}" styleName="Style à thème 1 - Accentuation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5" autoAdjust="0"/>
    <p:restoredTop sz="94660"/>
  </p:normalViewPr>
  <p:slideViewPr>
    <p:cSldViewPr snapToGrid="0">
      <p:cViewPr varScale="1">
        <p:scale>
          <a:sx n="85" d="100"/>
          <a:sy n="85" d="100"/>
        </p:scale>
        <p:origin x="590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120" d="100"/>
          <a:sy n="120" d="100"/>
        </p:scale>
        <p:origin x="5040" y="10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commentAuthors" Target="commentAuthor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handoutMaster" Target="handoutMasters/handoutMaster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2A0612ED-5876-4919-BCC8-600F5B229E71}" type="doc">
      <dgm:prSet loTypeId="urn:microsoft.com/office/officeart/2005/8/layout/vList2" loCatId="list" qsTypeId="urn:microsoft.com/office/officeart/2005/8/quickstyle/simple1" qsCatId="simple" csTypeId="urn:microsoft.com/office/officeart/2005/8/colors/colorful1" csCatId="colorful" phldr="1"/>
      <dgm:spPr/>
      <dgm:t>
        <a:bodyPr/>
        <a:lstStyle/>
        <a:p>
          <a:endParaRPr lang="fr-FR"/>
        </a:p>
      </dgm:t>
    </dgm:pt>
    <dgm:pt modelId="{ACF00B4C-E6D7-4CF7-AFA6-22ECB4A54A6A}">
      <dgm:prSet phldrT="[Texte]" phldr="0"/>
      <dgm:spPr/>
      <dgm:t>
        <a:bodyPr/>
        <a:lstStyle/>
        <a:p>
          <a:r>
            <a:rPr lang="fr-FR" dirty="0"/>
            <a:t>1- Contexte &amp; Objectif</a:t>
          </a:r>
        </a:p>
      </dgm:t>
    </dgm:pt>
    <dgm:pt modelId="{FDD0A571-75BF-47A0-B20D-C0A8085AC3A7}" type="parTrans" cxnId="{9B4DC1D0-0933-42AD-B402-BAE36805541F}">
      <dgm:prSet/>
      <dgm:spPr/>
      <dgm:t>
        <a:bodyPr/>
        <a:lstStyle/>
        <a:p>
          <a:endParaRPr lang="fr-FR"/>
        </a:p>
      </dgm:t>
    </dgm:pt>
    <dgm:pt modelId="{F49AE16D-0DC3-4DA7-9732-CC9EE6A681A0}" type="sibTrans" cxnId="{9B4DC1D0-0933-42AD-B402-BAE36805541F}">
      <dgm:prSet/>
      <dgm:spPr/>
      <dgm:t>
        <a:bodyPr/>
        <a:lstStyle/>
        <a:p>
          <a:endParaRPr lang="fr-FR"/>
        </a:p>
      </dgm:t>
    </dgm:pt>
    <dgm:pt modelId="{09562225-7FCE-4E93-8C05-403975C5475D}">
      <dgm:prSet phldrT="[Texte]" phldr="0"/>
      <dgm:spPr/>
      <dgm:t>
        <a:bodyPr/>
        <a:lstStyle/>
        <a:p>
          <a:r>
            <a:rPr lang="fr-FR" dirty="0"/>
            <a:t>4- Les requêtes et leurs résultats</a:t>
          </a:r>
        </a:p>
      </dgm:t>
    </dgm:pt>
    <dgm:pt modelId="{0781F10D-ED0A-48FE-B536-0CE0EEFECEC3}" type="parTrans" cxnId="{F64BF8E3-3C7F-43B9-85CA-B98717DDCE52}">
      <dgm:prSet/>
      <dgm:spPr/>
      <dgm:t>
        <a:bodyPr/>
        <a:lstStyle/>
        <a:p>
          <a:endParaRPr lang="fr-FR"/>
        </a:p>
      </dgm:t>
    </dgm:pt>
    <dgm:pt modelId="{A16D4EFB-D346-4379-AC60-BC2431B43AE4}" type="sibTrans" cxnId="{F64BF8E3-3C7F-43B9-85CA-B98717DDCE52}">
      <dgm:prSet/>
      <dgm:spPr/>
      <dgm:t>
        <a:bodyPr/>
        <a:lstStyle/>
        <a:p>
          <a:endParaRPr lang="fr-FR"/>
        </a:p>
      </dgm:t>
    </dgm:pt>
    <dgm:pt modelId="{91C5EE06-7918-4F4E-ABC8-78B22D3546A2}">
      <dgm:prSet phldrT="[Texte]" phldr="0"/>
      <dgm:spPr/>
      <dgm:t>
        <a:bodyPr/>
        <a:lstStyle/>
        <a:p>
          <a:r>
            <a:rPr lang="fr-FR" dirty="0"/>
            <a:t>3- Compréhension des données</a:t>
          </a:r>
        </a:p>
      </dgm:t>
    </dgm:pt>
    <dgm:pt modelId="{F8E08B12-C3B4-44EB-8CAC-1ED61F0F2D2E}" type="parTrans" cxnId="{BA2CB65B-D598-4090-8A83-B9D804C83F04}">
      <dgm:prSet/>
      <dgm:spPr/>
      <dgm:t>
        <a:bodyPr/>
        <a:lstStyle/>
        <a:p>
          <a:endParaRPr lang="fr-FR"/>
        </a:p>
      </dgm:t>
    </dgm:pt>
    <dgm:pt modelId="{E6385450-D9A5-4D9C-B992-73589E40A9D7}" type="sibTrans" cxnId="{BA2CB65B-D598-4090-8A83-B9D804C83F04}">
      <dgm:prSet/>
      <dgm:spPr/>
      <dgm:t>
        <a:bodyPr/>
        <a:lstStyle/>
        <a:p>
          <a:endParaRPr lang="fr-FR"/>
        </a:p>
      </dgm:t>
    </dgm:pt>
    <dgm:pt modelId="{137669DF-45F8-40AE-925B-B1ADA604DE22}">
      <dgm:prSet phldrT="[Texte]" phldr="0"/>
      <dgm:spPr/>
      <dgm:t>
        <a:bodyPr/>
        <a:lstStyle/>
        <a:p>
          <a:r>
            <a:rPr lang="fr-FR" b="0" dirty="0"/>
            <a:t>2- Importation des données</a:t>
          </a:r>
        </a:p>
      </dgm:t>
    </dgm:pt>
    <dgm:pt modelId="{6B54155B-5F84-497A-BFEF-EA323E20BA10}" type="parTrans" cxnId="{8D0E12F4-8B86-4A1B-98D0-2FAA70F1362B}">
      <dgm:prSet/>
      <dgm:spPr/>
      <dgm:t>
        <a:bodyPr/>
        <a:lstStyle/>
        <a:p>
          <a:endParaRPr lang="fr-FR"/>
        </a:p>
      </dgm:t>
    </dgm:pt>
    <dgm:pt modelId="{2F249443-FEF1-43B6-A7E1-9A73B0A25AE0}" type="sibTrans" cxnId="{8D0E12F4-8B86-4A1B-98D0-2FAA70F1362B}">
      <dgm:prSet/>
      <dgm:spPr/>
      <dgm:t>
        <a:bodyPr/>
        <a:lstStyle/>
        <a:p>
          <a:endParaRPr lang="fr-FR"/>
        </a:p>
      </dgm:t>
    </dgm:pt>
    <dgm:pt modelId="{10F4FD06-E452-44ED-A921-58727BCB960A}">
      <dgm:prSet phldrT="[Texte]" phldr="0"/>
      <dgm:spPr/>
      <dgm:t>
        <a:bodyPr/>
        <a:lstStyle/>
        <a:p>
          <a:r>
            <a:rPr lang="fr-FR" dirty="0"/>
            <a:t>5- Connexion MongoDB à </a:t>
          </a:r>
          <a:r>
            <a:rPr lang="fr-FR" dirty="0" err="1"/>
            <a:t>PowerBI</a:t>
          </a:r>
          <a:endParaRPr lang="fr-FR" dirty="0"/>
        </a:p>
      </dgm:t>
    </dgm:pt>
    <dgm:pt modelId="{B7E01A7A-0B52-49F1-9D84-3CDC11E7F5E7}" type="parTrans" cxnId="{8B050C56-35A9-489A-B54E-3E969E6E5C65}">
      <dgm:prSet/>
      <dgm:spPr/>
      <dgm:t>
        <a:bodyPr/>
        <a:lstStyle/>
        <a:p>
          <a:endParaRPr lang="fr-FR"/>
        </a:p>
      </dgm:t>
    </dgm:pt>
    <dgm:pt modelId="{BF084CD2-773F-4397-B5DA-1C0C0BAF6D87}" type="sibTrans" cxnId="{8B050C56-35A9-489A-B54E-3E969E6E5C65}">
      <dgm:prSet/>
      <dgm:spPr/>
      <dgm:t>
        <a:bodyPr/>
        <a:lstStyle/>
        <a:p>
          <a:endParaRPr lang="fr-FR"/>
        </a:p>
      </dgm:t>
    </dgm:pt>
    <dgm:pt modelId="{C5B30B90-4036-464E-A28E-383F3D5B746F}">
      <dgm:prSet phldrT="[Texte]" phldr="0"/>
      <dgm:spPr/>
      <dgm:t>
        <a:bodyPr/>
        <a:lstStyle/>
        <a:p>
          <a:r>
            <a:rPr lang="fr-FR" dirty="0"/>
            <a:t>6- Intégration données de Lyon</a:t>
          </a:r>
        </a:p>
      </dgm:t>
    </dgm:pt>
    <dgm:pt modelId="{1F871E0C-41C6-460A-8D72-F79549FEE94E}" type="parTrans" cxnId="{60AB59C1-93C6-4A83-820B-AF25EED12C2A}">
      <dgm:prSet/>
      <dgm:spPr/>
      <dgm:t>
        <a:bodyPr/>
        <a:lstStyle/>
        <a:p>
          <a:endParaRPr lang="fr-FR"/>
        </a:p>
      </dgm:t>
    </dgm:pt>
    <dgm:pt modelId="{B8E65884-E0EE-41D7-9E11-32E3A03763CD}" type="sibTrans" cxnId="{60AB59C1-93C6-4A83-820B-AF25EED12C2A}">
      <dgm:prSet/>
      <dgm:spPr/>
      <dgm:t>
        <a:bodyPr/>
        <a:lstStyle/>
        <a:p>
          <a:endParaRPr lang="fr-FR"/>
        </a:p>
      </dgm:t>
    </dgm:pt>
    <dgm:pt modelId="{7B991E51-EA9F-4EA3-999C-494E52148DFB}">
      <dgm:prSet phldrT="[Texte]" phldr="0"/>
      <dgm:spPr/>
      <dgm:t>
        <a:bodyPr/>
        <a:lstStyle/>
        <a:p>
          <a:r>
            <a:rPr lang="fr-FR" dirty="0"/>
            <a:t>7- Réplication des données</a:t>
          </a:r>
        </a:p>
      </dgm:t>
    </dgm:pt>
    <dgm:pt modelId="{89EBD24B-A965-4033-A3A8-D26BBD8F9C55}" type="parTrans" cxnId="{ACBF787A-C137-4F23-B827-1003E2B82B44}">
      <dgm:prSet/>
      <dgm:spPr/>
      <dgm:t>
        <a:bodyPr/>
        <a:lstStyle/>
        <a:p>
          <a:endParaRPr lang="fr-FR"/>
        </a:p>
      </dgm:t>
    </dgm:pt>
    <dgm:pt modelId="{51CD5044-32D5-4267-9452-9F02006ACD1D}" type="sibTrans" cxnId="{ACBF787A-C137-4F23-B827-1003E2B82B44}">
      <dgm:prSet/>
      <dgm:spPr/>
      <dgm:t>
        <a:bodyPr/>
        <a:lstStyle/>
        <a:p>
          <a:endParaRPr lang="fr-FR"/>
        </a:p>
      </dgm:t>
    </dgm:pt>
    <dgm:pt modelId="{BB40B4F6-4EB6-4EBF-9E1B-B9D404846270}">
      <dgm:prSet phldrT="[Texte]" phldr="0"/>
      <dgm:spPr/>
      <dgm:t>
        <a:bodyPr/>
        <a:lstStyle/>
        <a:p>
          <a:r>
            <a:rPr lang="fr-FR"/>
            <a:t>8- Duplication des données</a:t>
          </a:r>
          <a:endParaRPr lang="fr-FR" dirty="0"/>
        </a:p>
      </dgm:t>
    </dgm:pt>
    <dgm:pt modelId="{907C754D-DDD4-4E71-AFE2-02BB244F0F38}" type="parTrans" cxnId="{8A736A9F-65F0-4A55-9A3F-CCF416234F97}">
      <dgm:prSet/>
      <dgm:spPr/>
      <dgm:t>
        <a:bodyPr/>
        <a:lstStyle/>
        <a:p>
          <a:endParaRPr lang="fr-FR"/>
        </a:p>
      </dgm:t>
    </dgm:pt>
    <dgm:pt modelId="{FAB9DC6E-0691-4B3E-84B9-DFFF68013930}" type="sibTrans" cxnId="{8A736A9F-65F0-4A55-9A3F-CCF416234F97}">
      <dgm:prSet/>
      <dgm:spPr/>
      <dgm:t>
        <a:bodyPr/>
        <a:lstStyle/>
        <a:p>
          <a:endParaRPr lang="fr-FR"/>
        </a:p>
      </dgm:t>
    </dgm:pt>
    <dgm:pt modelId="{BB89F849-78B2-43DF-933A-2353D297DD5D}" type="pres">
      <dgm:prSet presAssocID="{2A0612ED-5876-4919-BCC8-600F5B229E71}" presName="linear" presStyleCnt="0">
        <dgm:presLayoutVars>
          <dgm:animLvl val="lvl"/>
          <dgm:resizeHandles val="exact"/>
        </dgm:presLayoutVars>
      </dgm:prSet>
      <dgm:spPr/>
    </dgm:pt>
    <dgm:pt modelId="{BB92269C-473B-4581-93AF-AD006B94C36C}" type="pres">
      <dgm:prSet presAssocID="{ACF00B4C-E6D7-4CF7-AFA6-22ECB4A54A6A}" presName="parentText" presStyleLbl="node1" presStyleIdx="0" presStyleCnt="8">
        <dgm:presLayoutVars>
          <dgm:chMax val="0"/>
          <dgm:bulletEnabled val="1"/>
        </dgm:presLayoutVars>
      </dgm:prSet>
      <dgm:spPr/>
    </dgm:pt>
    <dgm:pt modelId="{4B66C130-72C2-4DC4-9911-87CBCB4195E5}" type="pres">
      <dgm:prSet presAssocID="{F49AE16D-0DC3-4DA7-9732-CC9EE6A681A0}" presName="spacer" presStyleCnt="0"/>
      <dgm:spPr/>
    </dgm:pt>
    <dgm:pt modelId="{90650EEF-1F9D-463E-A867-D4AB9F2E38B6}" type="pres">
      <dgm:prSet presAssocID="{137669DF-45F8-40AE-925B-B1ADA604DE22}" presName="parentText" presStyleLbl="node1" presStyleIdx="1" presStyleCnt="8">
        <dgm:presLayoutVars>
          <dgm:chMax val="0"/>
          <dgm:bulletEnabled val="1"/>
        </dgm:presLayoutVars>
      </dgm:prSet>
      <dgm:spPr/>
    </dgm:pt>
    <dgm:pt modelId="{B6F1EB67-BED4-4BFF-8AB0-2EA5A3B31FFE}" type="pres">
      <dgm:prSet presAssocID="{2F249443-FEF1-43B6-A7E1-9A73B0A25AE0}" presName="spacer" presStyleCnt="0"/>
      <dgm:spPr/>
    </dgm:pt>
    <dgm:pt modelId="{C0F2F60F-49A7-486C-BA84-7742A146D8C7}" type="pres">
      <dgm:prSet presAssocID="{91C5EE06-7918-4F4E-ABC8-78B22D3546A2}" presName="parentText" presStyleLbl="node1" presStyleIdx="2" presStyleCnt="8">
        <dgm:presLayoutVars>
          <dgm:chMax val="0"/>
          <dgm:bulletEnabled val="1"/>
        </dgm:presLayoutVars>
      </dgm:prSet>
      <dgm:spPr/>
    </dgm:pt>
    <dgm:pt modelId="{0D1D8BE0-65D2-40B4-9127-53B188EBFA7A}" type="pres">
      <dgm:prSet presAssocID="{E6385450-D9A5-4D9C-B992-73589E40A9D7}" presName="spacer" presStyleCnt="0"/>
      <dgm:spPr/>
    </dgm:pt>
    <dgm:pt modelId="{188E501D-B60D-4714-8E70-1CD5D6D0CD0B}" type="pres">
      <dgm:prSet presAssocID="{09562225-7FCE-4E93-8C05-403975C5475D}" presName="parentText" presStyleLbl="node1" presStyleIdx="3" presStyleCnt="8">
        <dgm:presLayoutVars>
          <dgm:chMax val="0"/>
          <dgm:bulletEnabled val="1"/>
        </dgm:presLayoutVars>
      </dgm:prSet>
      <dgm:spPr/>
    </dgm:pt>
    <dgm:pt modelId="{01202958-3686-43FE-B599-602B95F887BF}" type="pres">
      <dgm:prSet presAssocID="{A16D4EFB-D346-4379-AC60-BC2431B43AE4}" presName="spacer" presStyleCnt="0"/>
      <dgm:spPr/>
    </dgm:pt>
    <dgm:pt modelId="{DF10A574-F3D9-4FC2-A6EE-E7E8311CF638}" type="pres">
      <dgm:prSet presAssocID="{10F4FD06-E452-44ED-A921-58727BCB960A}" presName="parentText" presStyleLbl="node1" presStyleIdx="4" presStyleCnt="8">
        <dgm:presLayoutVars>
          <dgm:chMax val="0"/>
          <dgm:bulletEnabled val="1"/>
        </dgm:presLayoutVars>
      </dgm:prSet>
      <dgm:spPr/>
    </dgm:pt>
    <dgm:pt modelId="{F15F21A4-6B6A-46CD-A116-A9F8B39033B5}" type="pres">
      <dgm:prSet presAssocID="{BF084CD2-773F-4397-B5DA-1C0C0BAF6D87}" presName="spacer" presStyleCnt="0"/>
      <dgm:spPr/>
    </dgm:pt>
    <dgm:pt modelId="{9F5EF941-1609-4E21-A343-705F89535533}" type="pres">
      <dgm:prSet presAssocID="{C5B30B90-4036-464E-A28E-383F3D5B746F}" presName="parentText" presStyleLbl="node1" presStyleIdx="5" presStyleCnt="8">
        <dgm:presLayoutVars>
          <dgm:chMax val="0"/>
          <dgm:bulletEnabled val="1"/>
        </dgm:presLayoutVars>
      </dgm:prSet>
      <dgm:spPr/>
    </dgm:pt>
    <dgm:pt modelId="{4314F175-4D44-4C42-9CA6-E436348A0F9A}" type="pres">
      <dgm:prSet presAssocID="{B8E65884-E0EE-41D7-9E11-32E3A03763CD}" presName="spacer" presStyleCnt="0"/>
      <dgm:spPr/>
    </dgm:pt>
    <dgm:pt modelId="{F241338E-DAFB-437E-BAC6-556E992CF66B}" type="pres">
      <dgm:prSet presAssocID="{7B991E51-EA9F-4EA3-999C-494E52148DFB}" presName="parentText" presStyleLbl="node1" presStyleIdx="6" presStyleCnt="8">
        <dgm:presLayoutVars>
          <dgm:chMax val="0"/>
          <dgm:bulletEnabled val="1"/>
        </dgm:presLayoutVars>
      </dgm:prSet>
      <dgm:spPr/>
    </dgm:pt>
    <dgm:pt modelId="{99D02E02-2418-40A3-B359-C1BC5D14D341}" type="pres">
      <dgm:prSet presAssocID="{51CD5044-32D5-4267-9452-9F02006ACD1D}" presName="spacer" presStyleCnt="0"/>
      <dgm:spPr/>
    </dgm:pt>
    <dgm:pt modelId="{1FDD8F32-99D9-4BBE-AF0A-DA191E5D1B76}" type="pres">
      <dgm:prSet presAssocID="{BB40B4F6-4EB6-4EBF-9E1B-B9D404846270}" presName="parentText" presStyleLbl="node1" presStyleIdx="7" presStyleCnt="8">
        <dgm:presLayoutVars>
          <dgm:chMax val="0"/>
          <dgm:bulletEnabled val="1"/>
        </dgm:presLayoutVars>
      </dgm:prSet>
      <dgm:spPr/>
    </dgm:pt>
  </dgm:ptLst>
  <dgm:cxnLst>
    <dgm:cxn modelId="{72D84625-8B4D-4B3B-B34F-C7465EF419B4}" type="presOf" srcId="{09562225-7FCE-4E93-8C05-403975C5475D}" destId="{188E501D-B60D-4714-8E70-1CD5D6D0CD0B}" srcOrd="0" destOrd="0" presId="urn:microsoft.com/office/officeart/2005/8/layout/vList2"/>
    <dgm:cxn modelId="{CF650333-ECB8-4CAD-90C5-194AFE26462D}" type="presOf" srcId="{C5B30B90-4036-464E-A28E-383F3D5B746F}" destId="{9F5EF941-1609-4E21-A343-705F89535533}" srcOrd="0" destOrd="0" presId="urn:microsoft.com/office/officeart/2005/8/layout/vList2"/>
    <dgm:cxn modelId="{BA2CB65B-D598-4090-8A83-B9D804C83F04}" srcId="{2A0612ED-5876-4919-BCC8-600F5B229E71}" destId="{91C5EE06-7918-4F4E-ABC8-78B22D3546A2}" srcOrd="2" destOrd="0" parTransId="{F8E08B12-C3B4-44EB-8CAC-1ED61F0F2D2E}" sibTransId="{E6385450-D9A5-4D9C-B992-73589E40A9D7}"/>
    <dgm:cxn modelId="{B440795D-9897-4394-885B-8552AAFE099C}" type="presOf" srcId="{BB40B4F6-4EB6-4EBF-9E1B-B9D404846270}" destId="{1FDD8F32-99D9-4BBE-AF0A-DA191E5D1B76}" srcOrd="0" destOrd="0" presId="urn:microsoft.com/office/officeart/2005/8/layout/vList2"/>
    <dgm:cxn modelId="{8B050C56-35A9-489A-B54E-3E969E6E5C65}" srcId="{2A0612ED-5876-4919-BCC8-600F5B229E71}" destId="{10F4FD06-E452-44ED-A921-58727BCB960A}" srcOrd="4" destOrd="0" parTransId="{B7E01A7A-0B52-49F1-9D84-3CDC11E7F5E7}" sibTransId="{BF084CD2-773F-4397-B5DA-1C0C0BAF6D87}"/>
    <dgm:cxn modelId="{22157357-0815-4091-B96F-71DED9F79FC1}" type="presOf" srcId="{7B991E51-EA9F-4EA3-999C-494E52148DFB}" destId="{F241338E-DAFB-437E-BAC6-556E992CF66B}" srcOrd="0" destOrd="0" presId="urn:microsoft.com/office/officeart/2005/8/layout/vList2"/>
    <dgm:cxn modelId="{BB8CFB59-ECE7-4CBC-9556-8A3CF9727DDA}" type="presOf" srcId="{ACF00B4C-E6D7-4CF7-AFA6-22ECB4A54A6A}" destId="{BB92269C-473B-4581-93AF-AD006B94C36C}" srcOrd="0" destOrd="0" presId="urn:microsoft.com/office/officeart/2005/8/layout/vList2"/>
    <dgm:cxn modelId="{ACBF787A-C137-4F23-B827-1003E2B82B44}" srcId="{2A0612ED-5876-4919-BCC8-600F5B229E71}" destId="{7B991E51-EA9F-4EA3-999C-494E52148DFB}" srcOrd="6" destOrd="0" parTransId="{89EBD24B-A965-4033-A3A8-D26BBD8F9C55}" sibTransId="{51CD5044-32D5-4267-9452-9F02006ACD1D}"/>
    <dgm:cxn modelId="{8A736A9F-65F0-4A55-9A3F-CCF416234F97}" srcId="{2A0612ED-5876-4919-BCC8-600F5B229E71}" destId="{BB40B4F6-4EB6-4EBF-9E1B-B9D404846270}" srcOrd="7" destOrd="0" parTransId="{907C754D-DDD4-4E71-AFE2-02BB244F0F38}" sibTransId="{FAB9DC6E-0691-4B3E-84B9-DFFF68013930}"/>
    <dgm:cxn modelId="{9D92CEA4-472E-4B56-8712-594017CD6C24}" type="presOf" srcId="{10F4FD06-E452-44ED-A921-58727BCB960A}" destId="{DF10A574-F3D9-4FC2-A6EE-E7E8311CF638}" srcOrd="0" destOrd="0" presId="urn:microsoft.com/office/officeart/2005/8/layout/vList2"/>
    <dgm:cxn modelId="{1FA19BB3-7E11-45B8-93CE-4B2E16B76669}" type="presOf" srcId="{2A0612ED-5876-4919-BCC8-600F5B229E71}" destId="{BB89F849-78B2-43DF-933A-2353D297DD5D}" srcOrd="0" destOrd="0" presId="urn:microsoft.com/office/officeart/2005/8/layout/vList2"/>
    <dgm:cxn modelId="{60AB59C1-93C6-4A83-820B-AF25EED12C2A}" srcId="{2A0612ED-5876-4919-BCC8-600F5B229E71}" destId="{C5B30B90-4036-464E-A28E-383F3D5B746F}" srcOrd="5" destOrd="0" parTransId="{1F871E0C-41C6-460A-8D72-F79549FEE94E}" sibTransId="{B8E65884-E0EE-41D7-9E11-32E3A03763CD}"/>
    <dgm:cxn modelId="{1AF982C7-C8EE-4870-AABC-FB5147AC9A32}" type="presOf" srcId="{137669DF-45F8-40AE-925B-B1ADA604DE22}" destId="{90650EEF-1F9D-463E-A867-D4AB9F2E38B6}" srcOrd="0" destOrd="0" presId="urn:microsoft.com/office/officeart/2005/8/layout/vList2"/>
    <dgm:cxn modelId="{9B4DC1D0-0933-42AD-B402-BAE36805541F}" srcId="{2A0612ED-5876-4919-BCC8-600F5B229E71}" destId="{ACF00B4C-E6D7-4CF7-AFA6-22ECB4A54A6A}" srcOrd="0" destOrd="0" parTransId="{FDD0A571-75BF-47A0-B20D-C0A8085AC3A7}" sibTransId="{F49AE16D-0DC3-4DA7-9732-CC9EE6A681A0}"/>
    <dgm:cxn modelId="{F64BF8E3-3C7F-43B9-85CA-B98717DDCE52}" srcId="{2A0612ED-5876-4919-BCC8-600F5B229E71}" destId="{09562225-7FCE-4E93-8C05-403975C5475D}" srcOrd="3" destOrd="0" parTransId="{0781F10D-ED0A-48FE-B536-0CE0EEFECEC3}" sibTransId="{A16D4EFB-D346-4379-AC60-BC2431B43AE4}"/>
    <dgm:cxn modelId="{8D0E12F4-8B86-4A1B-98D0-2FAA70F1362B}" srcId="{2A0612ED-5876-4919-BCC8-600F5B229E71}" destId="{137669DF-45F8-40AE-925B-B1ADA604DE22}" srcOrd="1" destOrd="0" parTransId="{6B54155B-5F84-497A-BFEF-EA323E20BA10}" sibTransId="{2F249443-FEF1-43B6-A7E1-9A73B0A25AE0}"/>
    <dgm:cxn modelId="{4E34AAF5-1699-46BD-92E5-02366CEB6C2B}" type="presOf" srcId="{91C5EE06-7918-4F4E-ABC8-78B22D3546A2}" destId="{C0F2F60F-49A7-486C-BA84-7742A146D8C7}" srcOrd="0" destOrd="0" presId="urn:microsoft.com/office/officeart/2005/8/layout/vList2"/>
    <dgm:cxn modelId="{32BC9673-159F-477D-812B-1E5F3FE83DAD}" type="presParOf" srcId="{BB89F849-78B2-43DF-933A-2353D297DD5D}" destId="{BB92269C-473B-4581-93AF-AD006B94C36C}" srcOrd="0" destOrd="0" presId="urn:microsoft.com/office/officeart/2005/8/layout/vList2"/>
    <dgm:cxn modelId="{A28352EE-237E-4724-8018-9BD872C31A3B}" type="presParOf" srcId="{BB89F849-78B2-43DF-933A-2353D297DD5D}" destId="{4B66C130-72C2-4DC4-9911-87CBCB4195E5}" srcOrd="1" destOrd="0" presId="urn:microsoft.com/office/officeart/2005/8/layout/vList2"/>
    <dgm:cxn modelId="{5CB68A64-ED28-4F71-8174-2BD319D43FD1}" type="presParOf" srcId="{BB89F849-78B2-43DF-933A-2353D297DD5D}" destId="{90650EEF-1F9D-463E-A867-D4AB9F2E38B6}" srcOrd="2" destOrd="0" presId="urn:microsoft.com/office/officeart/2005/8/layout/vList2"/>
    <dgm:cxn modelId="{663B79CA-AF34-42CE-ABD1-1397810ACF3B}" type="presParOf" srcId="{BB89F849-78B2-43DF-933A-2353D297DD5D}" destId="{B6F1EB67-BED4-4BFF-8AB0-2EA5A3B31FFE}" srcOrd="3" destOrd="0" presId="urn:microsoft.com/office/officeart/2005/8/layout/vList2"/>
    <dgm:cxn modelId="{42CC9DDE-BC30-4FD8-8FDD-4AFDD000929E}" type="presParOf" srcId="{BB89F849-78B2-43DF-933A-2353D297DD5D}" destId="{C0F2F60F-49A7-486C-BA84-7742A146D8C7}" srcOrd="4" destOrd="0" presId="urn:microsoft.com/office/officeart/2005/8/layout/vList2"/>
    <dgm:cxn modelId="{9BFAF73C-FF3F-4500-8FD0-55592E017415}" type="presParOf" srcId="{BB89F849-78B2-43DF-933A-2353D297DD5D}" destId="{0D1D8BE0-65D2-40B4-9127-53B188EBFA7A}" srcOrd="5" destOrd="0" presId="urn:microsoft.com/office/officeart/2005/8/layout/vList2"/>
    <dgm:cxn modelId="{722F17F9-025F-4A00-8C4F-4AD0DED9C8D9}" type="presParOf" srcId="{BB89F849-78B2-43DF-933A-2353D297DD5D}" destId="{188E501D-B60D-4714-8E70-1CD5D6D0CD0B}" srcOrd="6" destOrd="0" presId="urn:microsoft.com/office/officeart/2005/8/layout/vList2"/>
    <dgm:cxn modelId="{7E3B1C48-B0EC-471B-84F4-F66A169FC015}" type="presParOf" srcId="{BB89F849-78B2-43DF-933A-2353D297DD5D}" destId="{01202958-3686-43FE-B599-602B95F887BF}" srcOrd="7" destOrd="0" presId="urn:microsoft.com/office/officeart/2005/8/layout/vList2"/>
    <dgm:cxn modelId="{A86046FE-DA09-46BB-9435-870181EB0DD1}" type="presParOf" srcId="{BB89F849-78B2-43DF-933A-2353D297DD5D}" destId="{DF10A574-F3D9-4FC2-A6EE-E7E8311CF638}" srcOrd="8" destOrd="0" presId="urn:microsoft.com/office/officeart/2005/8/layout/vList2"/>
    <dgm:cxn modelId="{F47D4C76-5BF7-4F2A-B8B6-B7FFF8D39703}" type="presParOf" srcId="{BB89F849-78B2-43DF-933A-2353D297DD5D}" destId="{F15F21A4-6B6A-46CD-A116-A9F8B39033B5}" srcOrd="9" destOrd="0" presId="urn:microsoft.com/office/officeart/2005/8/layout/vList2"/>
    <dgm:cxn modelId="{4144A78D-BD0B-4E3C-8DC6-310FF6CA2D80}" type="presParOf" srcId="{BB89F849-78B2-43DF-933A-2353D297DD5D}" destId="{9F5EF941-1609-4E21-A343-705F89535533}" srcOrd="10" destOrd="0" presId="urn:microsoft.com/office/officeart/2005/8/layout/vList2"/>
    <dgm:cxn modelId="{37A54790-8C4C-4815-83F9-6AA82C644739}" type="presParOf" srcId="{BB89F849-78B2-43DF-933A-2353D297DD5D}" destId="{4314F175-4D44-4C42-9CA6-E436348A0F9A}" srcOrd="11" destOrd="0" presId="urn:microsoft.com/office/officeart/2005/8/layout/vList2"/>
    <dgm:cxn modelId="{83F96F77-1304-406F-B044-FDA6F253D8EA}" type="presParOf" srcId="{BB89F849-78B2-43DF-933A-2353D297DD5D}" destId="{F241338E-DAFB-437E-BAC6-556E992CF66B}" srcOrd="12" destOrd="0" presId="urn:microsoft.com/office/officeart/2005/8/layout/vList2"/>
    <dgm:cxn modelId="{89070E65-CB06-46BC-8828-A6A194CFD53B}" type="presParOf" srcId="{BB89F849-78B2-43DF-933A-2353D297DD5D}" destId="{99D02E02-2418-40A3-B359-C1BC5D14D341}" srcOrd="13" destOrd="0" presId="urn:microsoft.com/office/officeart/2005/8/layout/vList2"/>
    <dgm:cxn modelId="{0EA99179-2EB5-4B06-AD79-2011946C006C}" type="presParOf" srcId="{BB89F849-78B2-43DF-933A-2353D297DD5D}" destId="{1FDD8F32-99D9-4BBE-AF0A-DA191E5D1B76}" srcOrd="14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8D05CF17-EFD1-4CB7-B633-3BFB5E6F1D40}" type="doc">
      <dgm:prSet loTypeId="urn:microsoft.com/office/officeart/2008/layout/AlternatingHexagons" loCatId="list" qsTypeId="urn:microsoft.com/office/officeart/2005/8/quickstyle/simple5" qsCatId="simple" csTypeId="urn:microsoft.com/office/officeart/2005/8/colors/colorful1" csCatId="colorful" phldr="1"/>
      <dgm:spPr/>
      <dgm:t>
        <a:bodyPr/>
        <a:lstStyle/>
        <a:p>
          <a:endParaRPr lang="fr-FR"/>
        </a:p>
      </dgm:t>
    </dgm:pt>
    <dgm:pt modelId="{637B7BD1-6FE4-4F79-B085-330B55BDE317}">
      <dgm:prSet phldrT="[Texte]"/>
      <dgm:spPr/>
      <dgm:t>
        <a:bodyPr/>
        <a:lstStyle/>
        <a:p>
          <a:pPr algn="ctr"/>
          <a:r>
            <a:rPr lang="fr-FR" b="1" dirty="0"/>
            <a:t>CONTEXTE</a:t>
          </a:r>
        </a:p>
      </dgm:t>
    </dgm:pt>
    <dgm:pt modelId="{58F8FECE-2B90-4CC8-994A-71D18C28288E}" type="parTrans" cxnId="{DE039029-7054-4681-8A74-F981C9FC437A}">
      <dgm:prSet/>
      <dgm:spPr/>
      <dgm:t>
        <a:bodyPr/>
        <a:lstStyle/>
        <a:p>
          <a:endParaRPr lang="fr-FR"/>
        </a:p>
      </dgm:t>
    </dgm:pt>
    <dgm:pt modelId="{BAAAB516-174F-4396-83ED-099C68A09F32}" type="sibTrans" cxnId="{DE039029-7054-4681-8A74-F981C9FC437A}">
      <dgm:prSet/>
      <dgm:spPr>
        <a:solidFill>
          <a:srgbClr val="FFC000"/>
        </a:solidFill>
      </dgm:spPr>
      <dgm:t>
        <a:bodyPr/>
        <a:lstStyle/>
        <a:p>
          <a:endParaRPr lang="fr-FR"/>
        </a:p>
      </dgm:t>
    </dgm:pt>
    <dgm:pt modelId="{AC29BA73-9A8E-4DD8-9338-B4E11418CE49}">
      <dgm:prSet phldrT="[Texte]" phldr="0"/>
      <dgm:spPr>
        <a:solidFill>
          <a:srgbClr val="00B050"/>
        </a:solidFill>
      </dgm:spPr>
      <dgm:t>
        <a:bodyPr/>
        <a:lstStyle/>
        <a:p>
          <a:pPr algn="ctr"/>
          <a:r>
            <a:rPr lang="fr-FR" b="1" dirty="0"/>
            <a:t>OBJECTIF</a:t>
          </a:r>
        </a:p>
      </dgm:t>
    </dgm:pt>
    <dgm:pt modelId="{0A28FCE7-3469-46D1-A8A0-DD116B553255}" type="parTrans" cxnId="{49E9F931-B205-4748-BCDB-FF1BB41F94FE}">
      <dgm:prSet/>
      <dgm:spPr/>
      <dgm:t>
        <a:bodyPr/>
        <a:lstStyle/>
        <a:p>
          <a:endParaRPr lang="fr-FR"/>
        </a:p>
      </dgm:t>
    </dgm:pt>
    <dgm:pt modelId="{536F5F02-EADD-4809-AD98-9B2EB9A00C9A}" type="sibTrans" cxnId="{49E9F931-B205-4748-BCDB-FF1BB41F94FE}">
      <dgm:prSet/>
      <dgm:spPr>
        <a:solidFill>
          <a:srgbClr val="FF9900"/>
        </a:solidFill>
      </dgm:spPr>
      <dgm:t>
        <a:bodyPr/>
        <a:lstStyle/>
        <a:p>
          <a:endParaRPr lang="fr-FR"/>
        </a:p>
      </dgm:t>
    </dgm:pt>
    <dgm:pt modelId="{DDD1A813-A5E6-4960-B20A-DEC5A896AAA8}">
      <dgm:prSet phldrT="[Texte]" custT="1"/>
      <dgm:spPr/>
      <dgm:t>
        <a:bodyPr/>
        <a:lstStyle/>
        <a:p>
          <a:pPr algn="l"/>
          <a:r>
            <a:rPr lang="fr-FR" sz="1600" b="1" kern="1200" dirty="0"/>
            <a:t>L’entreprise </a:t>
          </a:r>
          <a:r>
            <a:rPr lang="fr-FR" sz="1600" b="1" kern="1200" dirty="0" err="1"/>
            <a:t>GreenCoop</a:t>
          </a:r>
          <a:r>
            <a:rPr lang="fr-FR" sz="1600" b="1" kern="1200" dirty="0"/>
            <a:t> est un fournisseur coopératif français d’électricité d’origine renouvelable dans les Hauts-de-France. </a:t>
          </a:r>
          <a:r>
            <a:rPr lang="fr-FR" sz="1600" b="1" i="0" kern="1200" dirty="0"/>
            <a:t>Les Data Scientists veulent enrichir leurs modèles de prévisions météo avec des données de stations officielles et semi-professionnelles.</a:t>
          </a:r>
          <a:endParaRPr lang="fr-FR" sz="1600" b="1" kern="1200" dirty="0">
            <a:solidFill>
              <a:prstClr val="black">
                <a:hueOff val="0"/>
                <a:satOff val="0"/>
                <a:lumOff val="0"/>
                <a:alphaOff val="0"/>
              </a:prstClr>
            </a:solidFill>
            <a:latin typeface="Franklin Gothic Book" panose="020B0502020104020203"/>
            <a:ea typeface="+mn-ea"/>
            <a:cs typeface="+mn-cs"/>
          </a:endParaRPr>
        </a:p>
      </dgm:t>
    </dgm:pt>
    <dgm:pt modelId="{78552606-3A5A-44B2-A4F5-0D90125EC683}" type="parTrans" cxnId="{BE3AAC36-17EF-4FEF-B583-A73D20B3390A}">
      <dgm:prSet/>
      <dgm:spPr/>
      <dgm:t>
        <a:bodyPr/>
        <a:lstStyle/>
        <a:p>
          <a:endParaRPr lang="fr-FR"/>
        </a:p>
      </dgm:t>
    </dgm:pt>
    <dgm:pt modelId="{76993FA3-4444-4186-8121-5D37EFD900AC}" type="sibTrans" cxnId="{BE3AAC36-17EF-4FEF-B583-A73D20B3390A}">
      <dgm:prSet/>
      <dgm:spPr/>
      <dgm:t>
        <a:bodyPr/>
        <a:lstStyle/>
        <a:p>
          <a:endParaRPr lang="fr-FR"/>
        </a:p>
      </dgm:t>
    </dgm:pt>
    <dgm:pt modelId="{CFF3B573-BAC6-426A-BDAA-76B161A76E5A}">
      <dgm:prSet phldrT="[Texte]" phldr="0"/>
      <dgm:spPr/>
      <dgm:t>
        <a:bodyPr/>
        <a:lstStyle/>
        <a:p>
          <a:pPr algn="l"/>
          <a:r>
            <a:rPr lang="fr-FR" b="1" i="0" dirty="0"/>
            <a:t>Ingérer des formats hétérogènes</a:t>
          </a:r>
          <a:br>
            <a:rPr lang="fr-FR" b="1" i="0" dirty="0"/>
          </a:br>
          <a:r>
            <a:rPr lang="fr-FR" b="1" i="0" dirty="0"/>
            <a:t>Conserver les données brutes</a:t>
          </a:r>
          <a:br>
            <a:rPr lang="fr-FR" b="1" i="0" dirty="0"/>
          </a:br>
          <a:r>
            <a:rPr lang="fr-FR" b="1" i="0" dirty="0"/>
            <a:t>Transformer dans PostgreSQL avec DBT</a:t>
          </a:r>
          <a:br>
            <a:rPr lang="fr-FR" b="1" i="0" dirty="0"/>
          </a:br>
          <a:r>
            <a:rPr lang="fr-FR" b="1" i="0" dirty="0"/>
            <a:t>Tester et documenter</a:t>
          </a:r>
          <a:br>
            <a:rPr lang="fr-FR" b="1" i="0" dirty="0"/>
          </a:br>
          <a:r>
            <a:rPr lang="fr-FR" b="1" i="0" dirty="0"/>
            <a:t>Rendre les données accessibles au ML</a:t>
          </a:r>
          <a:endParaRPr lang="fr-FR" b="1" dirty="0"/>
        </a:p>
      </dgm:t>
    </dgm:pt>
    <dgm:pt modelId="{F9B79AD1-50FF-414D-81B9-1B2CD8ABBD6E}" type="parTrans" cxnId="{E2D4328E-E76D-400A-B9C5-C1B03247293D}">
      <dgm:prSet/>
      <dgm:spPr/>
      <dgm:t>
        <a:bodyPr/>
        <a:lstStyle/>
        <a:p>
          <a:endParaRPr lang="fr-FR"/>
        </a:p>
      </dgm:t>
    </dgm:pt>
    <dgm:pt modelId="{7CCFC6D4-D5BB-46DE-B5DF-430E1A748403}" type="sibTrans" cxnId="{E2D4328E-E76D-400A-B9C5-C1B03247293D}">
      <dgm:prSet/>
      <dgm:spPr/>
      <dgm:t>
        <a:bodyPr/>
        <a:lstStyle/>
        <a:p>
          <a:endParaRPr lang="fr-FR"/>
        </a:p>
      </dgm:t>
    </dgm:pt>
    <dgm:pt modelId="{70E376D1-A4CD-42B5-93F4-3F937F8760F9}" type="pres">
      <dgm:prSet presAssocID="{8D05CF17-EFD1-4CB7-B633-3BFB5E6F1D40}" presName="Name0" presStyleCnt="0">
        <dgm:presLayoutVars>
          <dgm:chMax/>
          <dgm:chPref/>
          <dgm:dir/>
          <dgm:animLvl val="lvl"/>
        </dgm:presLayoutVars>
      </dgm:prSet>
      <dgm:spPr/>
    </dgm:pt>
    <dgm:pt modelId="{DAB1C598-7380-4205-A199-304DB9D9AA18}" type="pres">
      <dgm:prSet presAssocID="{637B7BD1-6FE4-4F79-B085-330B55BDE317}" presName="composite" presStyleCnt="0"/>
      <dgm:spPr/>
    </dgm:pt>
    <dgm:pt modelId="{56A13A4E-84D7-4D91-BEDB-90F24C5C496A}" type="pres">
      <dgm:prSet presAssocID="{637B7BD1-6FE4-4F79-B085-330B55BDE317}" presName="Parent1" presStyleLbl="node1" presStyleIdx="0" presStyleCnt="4">
        <dgm:presLayoutVars>
          <dgm:chMax val="1"/>
          <dgm:chPref val="1"/>
          <dgm:bulletEnabled val="1"/>
        </dgm:presLayoutVars>
      </dgm:prSet>
      <dgm:spPr/>
    </dgm:pt>
    <dgm:pt modelId="{9B056C53-7419-4F9C-91E4-BA19F0141D87}" type="pres">
      <dgm:prSet presAssocID="{637B7BD1-6FE4-4F79-B085-330B55BDE317}" presName="Childtext1" presStyleLbl="revTx" presStyleIdx="0" presStyleCnt="2">
        <dgm:presLayoutVars>
          <dgm:chMax val="0"/>
          <dgm:chPref val="0"/>
          <dgm:bulletEnabled val="1"/>
        </dgm:presLayoutVars>
      </dgm:prSet>
      <dgm:spPr/>
    </dgm:pt>
    <dgm:pt modelId="{6F53C1AC-6895-430E-BA0D-360B017D4D9E}" type="pres">
      <dgm:prSet presAssocID="{637B7BD1-6FE4-4F79-B085-330B55BDE317}" presName="BalanceSpacing" presStyleCnt="0"/>
      <dgm:spPr/>
    </dgm:pt>
    <dgm:pt modelId="{EDA89EB7-457B-4BA5-82D3-E999EDF663ED}" type="pres">
      <dgm:prSet presAssocID="{637B7BD1-6FE4-4F79-B085-330B55BDE317}" presName="BalanceSpacing1" presStyleCnt="0"/>
      <dgm:spPr/>
    </dgm:pt>
    <dgm:pt modelId="{6999D6AC-DDB9-4FD7-AFBB-DD7E27F8F5BE}" type="pres">
      <dgm:prSet presAssocID="{BAAAB516-174F-4396-83ED-099C68A09F32}" presName="Accent1Text" presStyleLbl="node1" presStyleIdx="1" presStyleCnt="4"/>
      <dgm:spPr/>
    </dgm:pt>
    <dgm:pt modelId="{12C40042-6A22-4C0C-8624-51D90A259334}" type="pres">
      <dgm:prSet presAssocID="{BAAAB516-174F-4396-83ED-099C68A09F32}" presName="spaceBetweenRectangles" presStyleCnt="0"/>
      <dgm:spPr/>
    </dgm:pt>
    <dgm:pt modelId="{E18AD5E0-511D-4DD1-9F6C-A3FEB4015259}" type="pres">
      <dgm:prSet presAssocID="{AC29BA73-9A8E-4DD8-9338-B4E11418CE49}" presName="composite" presStyleCnt="0"/>
      <dgm:spPr/>
    </dgm:pt>
    <dgm:pt modelId="{DC18BF4A-2A0F-46C3-B95A-6DD9B50BD378}" type="pres">
      <dgm:prSet presAssocID="{AC29BA73-9A8E-4DD8-9338-B4E11418CE49}" presName="Parent1" presStyleLbl="node1" presStyleIdx="2" presStyleCnt="4">
        <dgm:presLayoutVars>
          <dgm:chMax val="1"/>
          <dgm:chPref val="1"/>
          <dgm:bulletEnabled val="1"/>
        </dgm:presLayoutVars>
      </dgm:prSet>
      <dgm:spPr/>
    </dgm:pt>
    <dgm:pt modelId="{1248949E-B79E-4EED-9628-C52D6386C977}" type="pres">
      <dgm:prSet presAssocID="{AC29BA73-9A8E-4DD8-9338-B4E11418CE49}" presName="Childtext1" presStyleLbl="revTx" presStyleIdx="1" presStyleCnt="2">
        <dgm:presLayoutVars>
          <dgm:chMax val="0"/>
          <dgm:chPref val="0"/>
          <dgm:bulletEnabled val="1"/>
        </dgm:presLayoutVars>
      </dgm:prSet>
      <dgm:spPr/>
    </dgm:pt>
    <dgm:pt modelId="{04B8B441-F20F-4D86-A38D-6BFFF682C23B}" type="pres">
      <dgm:prSet presAssocID="{AC29BA73-9A8E-4DD8-9338-B4E11418CE49}" presName="BalanceSpacing" presStyleCnt="0"/>
      <dgm:spPr/>
    </dgm:pt>
    <dgm:pt modelId="{DFF4F660-0F2C-47B9-9BDF-2EA18224B174}" type="pres">
      <dgm:prSet presAssocID="{AC29BA73-9A8E-4DD8-9338-B4E11418CE49}" presName="BalanceSpacing1" presStyleCnt="0"/>
      <dgm:spPr/>
    </dgm:pt>
    <dgm:pt modelId="{50931873-200F-47FE-9D6F-FC2A93EFCE66}" type="pres">
      <dgm:prSet presAssocID="{536F5F02-EADD-4809-AD98-9B2EB9A00C9A}" presName="Accent1Text" presStyleLbl="node1" presStyleIdx="3" presStyleCnt="4"/>
      <dgm:spPr/>
    </dgm:pt>
  </dgm:ptLst>
  <dgm:cxnLst>
    <dgm:cxn modelId="{DC623A0E-398D-42CD-B596-7E8E6292A830}" type="presOf" srcId="{DDD1A813-A5E6-4960-B20A-DEC5A896AAA8}" destId="{9B056C53-7419-4F9C-91E4-BA19F0141D87}" srcOrd="0" destOrd="0" presId="urn:microsoft.com/office/officeart/2008/layout/AlternatingHexagons"/>
    <dgm:cxn modelId="{DE039029-7054-4681-8A74-F981C9FC437A}" srcId="{8D05CF17-EFD1-4CB7-B633-3BFB5E6F1D40}" destId="{637B7BD1-6FE4-4F79-B085-330B55BDE317}" srcOrd="0" destOrd="0" parTransId="{58F8FECE-2B90-4CC8-994A-71D18C28288E}" sibTransId="{BAAAB516-174F-4396-83ED-099C68A09F32}"/>
    <dgm:cxn modelId="{49E9F931-B205-4748-BCDB-FF1BB41F94FE}" srcId="{8D05CF17-EFD1-4CB7-B633-3BFB5E6F1D40}" destId="{AC29BA73-9A8E-4DD8-9338-B4E11418CE49}" srcOrd="1" destOrd="0" parTransId="{0A28FCE7-3469-46D1-A8A0-DD116B553255}" sibTransId="{536F5F02-EADD-4809-AD98-9B2EB9A00C9A}"/>
    <dgm:cxn modelId="{BE3AAC36-17EF-4FEF-B583-A73D20B3390A}" srcId="{637B7BD1-6FE4-4F79-B085-330B55BDE317}" destId="{DDD1A813-A5E6-4960-B20A-DEC5A896AAA8}" srcOrd="0" destOrd="0" parTransId="{78552606-3A5A-44B2-A4F5-0D90125EC683}" sibTransId="{76993FA3-4444-4186-8121-5D37EFD900AC}"/>
    <dgm:cxn modelId="{D0B4197E-38F3-4303-8784-0C02C3140386}" type="presOf" srcId="{536F5F02-EADD-4809-AD98-9B2EB9A00C9A}" destId="{50931873-200F-47FE-9D6F-FC2A93EFCE66}" srcOrd="0" destOrd="0" presId="urn:microsoft.com/office/officeart/2008/layout/AlternatingHexagons"/>
    <dgm:cxn modelId="{E2D4328E-E76D-400A-B9C5-C1B03247293D}" srcId="{AC29BA73-9A8E-4DD8-9338-B4E11418CE49}" destId="{CFF3B573-BAC6-426A-BDAA-76B161A76E5A}" srcOrd="0" destOrd="0" parTransId="{F9B79AD1-50FF-414D-81B9-1B2CD8ABBD6E}" sibTransId="{7CCFC6D4-D5BB-46DE-B5DF-430E1A748403}"/>
    <dgm:cxn modelId="{C77D5FBE-FA3C-4F5D-A191-76D54E9BC433}" type="presOf" srcId="{8D05CF17-EFD1-4CB7-B633-3BFB5E6F1D40}" destId="{70E376D1-A4CD-42B5-93F4-3F937F8760F9}" srcOrd="0" destOrd="0" presId="urn:microsoft.com/office/officeart/2008/layout/AlternatingHexagons"/>
    <dgm:cxn modelId="{D09DC1D5-0FBB-42FC-ADB6-D55D62E31B30}" type="presOf" srcId="{CFF3B573-BAC6-426A-BDAA-76B161A76E5A}" destId="{1248949E-B79E-4EED-9628-C52D6386C977}" srcOrd="0" destOrd="0" presId="urn:microsoft.com/office/officeart/2008/layout/AlternatingHexagons"/>
    <dgm:cxn modelId="{503D3EF4-7711-4570-B979-4C2F3FCCD613}" type="presOf" srcId="{BAAAB516-174F-4396-83ED-099C68A09F32}" destId="{6999D6AC-DDB9-4FD7-AFBB-DD7E27F8F5BE}" srcOrd="0" destOrd="0" presId="urn:microsoft.com/office/officeart/2008/layout/AlternatingHexagons"/>
    <dgm:cxn modelId="{91F6B2FF-BFC6-4DBE-AEF5-D9B36F7F5950}" type="presOf" srcId="{637B7BD1-6FE4-4F79-B085-330B55BDE317}" destId="{56A13A4E-84D7-4D91-BEDB-90F24C5C496A}" srcOrd="0" destOrd="0" presId="urn:microsoft.com/office/officeart/2008/layout/AlternatingHexagons"/>
    <dgm:cxn modelId="{14DBFBFF-624D-4700-AD81-7FBDA7141C78}" type="presOf" srcId="{AC29BA73-9A8E-4DD8-9338-B4E11418CE49}" destId="{DC18BF4A-2A0F-46C3-B95A-6DD9B50BD378}" srcOrd="0" destOrd="0" presId="urn:microsoft.com/office/officeart/2008/layout/AlternatingHexagons"/>
    <dgm:cxn modelId="{0E6669B4-3C05-48BC-A166-2D79458D7DA4}" type="presParOf" srcId="{70E376D1-A4CD-42B5-93F4-3F937F8760F9}" destId="{DAB1C598-7380-4205-A199-304DB9D9AA18}" srcOrd="0" destOrd="0" presId="urn:microsoft.com/office/officeart/2008/layout/AlternatingHexagons"/>
    <dgm:cxn modelId="{9A12199C-B1C9-4AC1-8883-0EF640B172BF}" type="presParOf" srcId="{DAB1C598-7380-4205-A199-304DB9D9AA18}" destId="{56A13A4E-84D7-4D91-BEDB-90F24C5C496A}" srcOrd="0" destOrd="0" presId="urn:microsoft.com/office/officeart/2008/layout/AlternatingHexagons"/>
    <dgm:cxn modelId="{22B74AE0-75F9-4FD2-8BF3-B9A7DA0E0F6F}" type="presParOf" srcId="{DAB1C598-7380-4205-A199-304DB9D9AA18}" destId="{9B056C53-7419-4F9C-91E4-BA19F0141D87}" srcOrd="1" destOrd="0" presId="urn:microsoft.com/office/officeart/2008/layout/AlternatingHexagons"/>
    <dgm:cxn modelId="{FD829948-16CB-49E9-9A04-F11162A84B62}" type="presParOf" srcId="{DAB1C598-7380-4205-A199-304DB9D9AA18}" destId="{6F53C1AC-6895-430E-BA0D-360B017D4D9E}" srcOrd="2" destOrd="0" presId="urn:microsoft.com/office/officeart/2008/layout/AlternatingHexagons"/>
    <dgm:cxn modelId="{F61CFB38-A64A-4445-AA0A-0CC7AA08792D}" type="presParOf" srcId="{DAB1C598-7380-4205-A199-304DB9D9AA18}" destId="{EDA89EB7-457B-4BA5-82D3-E999EDF663ED}" srcOrd="3" destOrd="0" presId="urn:microsoft.com/office/officeart/2008/layout/AlternatingHexagons"/>
    <dgm:cxn modelId="{A0C28BE9-3495-4121-833D-21DC062C9D6C}" type="presParOf" srcId="{DAB1C598-7380-4205-A199-304DB9D9AA18}" destId="{6999D6AC-DDB9-4FD7-AFBB-DD7E27F8F5BE}" srcOrd="4" destOrd="0" presId="urn:microsoft.com/office/officeart/2008/layout/AlternatingHexagons"/>
    <dgm:cxn modelId="{79259858-C7AE-42B5-8EFB-CD3C1697AA9E}" type="presParOf" srcId="{70E376D1-A4CD-42B5-93F4-3F937F8760F9}" destId="{12C40042-6A22-4C0C-8624-51D90A259334}" srcOrd="1" destOrd="0" presId="urn:microsoft.com/office/officeart/2008/layout/AlternatingHexagons"/>
    <dgm:cxn modelId="{8E11024F-AD1D-41E1-A907-6A80C35C9BF0}" type="presParOf" srcId="{70E376D1-A4CD-42B5-93F4-3F937F8760F9}" destId="{E18AD5E0-511D-4DD1-9F6C-A3FEB4015259}" srcOrd="2" destOrd="0" presId="urn:microsoft.com/office/officeart/2008/layout/AlternatingHexagons"/>
    <dgm:cxn modelId="{0A7C8B23-2275-4A7B-8F9D-C13655D6F0CF}" type="presParOf" srcId="{E18AD5E0-511D-4DD1-9F6C-A3FEB4015259}" destId="{DC18BF4A-2A0F-46C3-B95A-6DD9B50BD378}" srcOrd="0" destOrd="0" presId="urn:microsoft.com/office/officeart/2008/layout/AlternatingHexagons"/>
    <dgm:cxn modelId="{3E688AF3-8FE0-4E88-B67B-C656EEADC0E7}" type="presParOf" srcId="{E18AD5E0-511D-4DD1-9F6C-A3FEB4015259}" destId="{1248949E-B79E-4EED-9628-C52D6386C977}" srcOrd="1" destOrd="0" presId="urn:microsoft.com/office/officeart/2008/layout/AlternatingHexagons"/>
    <dgm:cxn modelId="{22FE1075-5BFB-461D-8167-A87972DDC0C4}" type="presParOf" srcId="{E18AD5E0-511D-4DD1-9F6C-A3FEB4015259}" destId="{04B8B441-F20F-4D86-A38D-6BFFF682C23B}" srcOrd="2" destOrd="0" presId="urn:microsoft.com/office/officeart/2008/layout/AlternatingHexagons"/>
    <dgm:cxn modelId="{313F630A-6343-46BC-BE06-2F90BC97D0FB}" type="presParOf" srcId="{E18AD5E0-511D-4DD1-9F6C-A3FEB4015259}" destId="{DFF4F660-0F2C-47B9-9BDF-2EA18224B174}" srcOrd="3" destOrd="0" presId="urn:microsoft.com/office/officeart/2008/layout/AlternatingHexagons"/>
    <dgm:cxn modelId="{455D0DEA-5E93-4BB9-B426-06DF78477668}" type="presParOf" srcId="{E18AD5E0-511D-4DD1-9F6C-A3FEB4015259}" destId="{50931873-200F-47FE-9D6F-FC2A93EFCE66}" srcOrd="4" destOrd="0" presId="urn:microsoft.com/office/officeart/2008/layout/AlternatingHexagons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  <a:ext uri="{C62137D5-CB1D-491B-B009-E17868A290BF}">
      <dgm14:recolorImg xmlns:dgm14="http://schemas.microsoft.com/office/drawing/2010/diagram" val="1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BB92269C-473B-4581-93AF-AD006B94C36C}">
      <dsp:nvSpPr>
        <dsp:cNvPr id="0" name=""/>
        <dsp:cNvSpPr/>
      </dsp:nvSpPr>
      <dsp:spPr>
        <a:xfrm>
          <a:off x="0" y="70793"/>
          <a:ext cx="11348215" cy="524745"/>
        </a:xfrm>
        <a:prstGeom prst="round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2222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7630" tIns="87630" rIns="87630" bIns="87630" numCol="1" spcCol="1270" anchor="ctr" anchorCtr="0">
          <a:noAutofit/>
        </a:bodyPr>
        <a:lstStyle/>
        <a:p>
          <a:pPr marL="0" lvl="0" indent="0" algn="l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2300" kern="1200" dirty="0"/>
            <a:t>1- Contexte &amp; Objectif</a:t>
          </a:r>
        </a:p>
      </dsp:txBody>
      <dsp:txXfrm>
        <a:off x="25616" y="96409"/>
        <a:ext cx="11296983" cy="473513"/>
      </dsp:txXfrm>
    </dsp:sp>
    <dsp:sp modelId="{90650EEF-1F9D-463E-A867-D4AB9F2E38B6}">
      <dsp:nvSpPr>
        <dsp:cNvPr id="0" name=""/>
        <dsp:cNvSpPr/>
      </dsp:nvSpPr>
      <dsp:spPr>
        <a:xfrm>
          <a:off x="0" y="661778"/>
          <a:ext cx="11348215" cy="524745"/>
        </a:xfrm>
        <a:prstGeom prst="roundRect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2222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7630" tIns="87630" rIns="87630" bIns="87630" numCol="1" spcCol="1270" anchor="ctr" anchorCtr="0">
          <a:noAutofit/>
        </a:bodyPr>
        <a:lstStyle/>
        <a:p>
          <a:pPr marL="0" lvl="0" indent="0" algn="l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2300" b="0" kern="1200" dirty="0"/>
            <a:t>2- Importation des données</a:t>
          </a:r>
        </a:p>
      </dsp:txBody>
      <dsp:txXfrm>
        <a:off x="25616" y="687394"/>
        <a:ext cx="11296983" cy="473513"/>
      </dsp:txXfrm>
    </dsp:sp>
    <dsp:sp modelId="{C0F2F60F-49A7-486C-BA84-7742A146D8C7}">
      <dsp:nvSpPr>
        <dsp:cNvPr id="0" name=""/>
        <dsp:cNvSpPr/>
      </dsp:nvSpPr>
      <dsp:spPr>
        <a:xfrm>
          <a:off x="0" y="1252764"/>
          <a:ext cx="11348215" cy="524745"/>
        </a:xfrm>
        <a:prstGeom prst="roundRect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 w="2222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7630" tIns="87630" rIns="87630" bIns="87630" numCol="1" spcCol="1270" anchor="ctr" anchorCtr="0">
          <a:noAutofit/>
        </a:bodyPr>
        <a:lstStyle/>
        <a:p>
          <a:pPr marL="0" lvl="0" indent="0" algn="l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2300" kern="1200" dirty="0"/>
            <a:t>3- Compréhension des données</a:t>
          </a:r>
        </a:p>
      </dsp:txBody>
      <dsp:txXfrm>
        <a:off x="25616" y="1278380"/>
        <a:ext cx="11296983" cy="473513"/>
      </dsp:txXfrm>
    </dsp:sp>
    <dsp:sp modelId="{188E501D-B60D-4714-8E70-1CD5D6D0CD0B}">
      <dsp:nvSpPr>
        <dsp:cNvPr id="0" name=""/>
        <dsp:cNvSpPr/>
      </dsp:nvSpPr>
      <dsp:spPr>
        <a:xfrm>
          <a:off x="0" y="1843749"/>
          <a:ext cx="11348215" cy="524745"/>
        </a:xfrm>
        <a:prstGeom prst="roundRect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 w="2222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7630" tIns="87630" rIns="87630" bIns="87630" numCol="1" spcCol="1270" anchor="ctr" anchorCtr="0">
          <a:noAutofit/>
        </a:bodyPr>
        <a:lstStyle/>
        <a:p>
          <a:pPr marL="0" lvl="0" indent="0" algn="l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2300" kern="1200" dirty="0"/>
            <a:t>4- Les requêtes et leurs résultats</a:t>
          </a:r>
        </a:p>
      </dsp:txBody>
      <dsp:txXfrm>
        <a:off x="25616" y="1869365"/>
        <a:ext cx="11296983" cy="473513"/>
      </dsp:txXfrm>
    </dsp:sp>
    <dsp:sp modelId="{DF10A574-F3D9-4FC2-A6EE-E7E8311CF638}">
      <dsp:nvSpPr>
        <dsp:cNvPr id="0" name=""/>
        <dsp:cNvSpPr/>
      </dsp:nvSpPr>
      <dsp:spPr>
        <a:xfrm>
          <a:off x="0" y="2434734"/>
          <a:ext cx="11348215" cy="524745"/>
        </a:xfrm>
        <a:prstGeom prst="roundRect">
          <a:avLst/>
        </a:prstGeom>
        <a:solidFill>
          <a:schemeClr val="accent6">
            <a:hueOff val="0"/>
            <a:satOff val="0"/>
            <a:lumOff val="0"/>
            <a:alphaOff val="0"/>
          </a:schemeClr>
        </a:solidFill>
        <a:ln w="2222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7630" tIns="87630" rIns="87630" bIns="87630" numCol="1" spcCol="1270" anchor="ctr" anchorCtr="0">
          <a:noAutofit/>
        </a:bodyPr>
        <a:lstStyle/>
        <a:p>
          <a:pPr marL="0" lvl="0" indent="0" algn="l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2300" kern="1200" dirty="0"/>
            <a:t>5- Connexion MongoDB à </a:t>
          </a:r>
          <a:r>
            <a:rPr lang="fr-FR" sz="2300" kern="1200" dirty="0" err="1"/>
            <a:t>PowerBI</a:t>
          </a:r>
          <a:endParaRPr lang="fr-FR" sz="2300" kern="1200" dirty="0"/>
        </a:p>
      </dsp:txBody>
      <dsp:txXfrm>
        <a:off x="25616" y="2460350"/>
        <a:ext cx="11296983" cy="473513"/>
      </dsp:txXfrm>
    </dsp:sp>
    <dsp:sp modelId="{9F5EF941-1609-4E21-A343-705F89535533}">
      <dsp:nvSpPr>
        <dsp:cNvPr id="0" name=""/>
        <dsp:cNvSpPr/>
      </dsp:nvSpPr>
      <dsp:spPr>
        <a:xfrm>
          <a:off x="0" y="3025719"/>
          <a:ext cx="11348215" cy="524745"/>
        </a:xfrm>
        <a:prstGeom prst="round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2222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7630" tIns="87630" rIns="87630" bIns="87630" numCol="1" spcCol="1270" anchor="ctr" anchorCtr="0">
          <a:noAutofit/>
        </a:bodyPr>
        <a:lstStyle/>
        <a:p>
          <a:pPr marL="0" lvl="0" indent="0" algn="l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2300" kern="1200" dirty="0"/>
            <a:t>6- Intégration données de Lyon</a:t>
          </a:r>
        </a:p>
      </dsp:txBody>
      <dsp:txXfrm>
        <a:off x="25616" y="3051335"/>
        <a:ext cx="11296983" cy="473513"/>
      </dsp:txXfrm>
    </dsp:sp>
    <dsp:sp modelId="{F241338E-DAFB-437E-BAC6-556E992CF66B}">
      <dsp:nvSpPr>
        <dsp:cNvPr id="0" name=""/>
        <dsp:cNvSpPr/>
      </dsp:nvSpPr>
      <dsp:spPr>
        <a:xfrm>
          <a:off x="0" y="3616704"/>
          <a:ext cx="11348215" cy="524745"/>
        </a:xfrm>
        <a:prstGeom prst="roundRect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2222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7630" tIns="87630" rIns="87630" bIns="87630" numCol="1" spcCol="1270" anchor="ctr" anchorCtr="0">
          <a:noAutofit/>
        </a:bodyPr>
        <a:lstStyle/>
        <a:p>
          <a:pPr marL="0" lvl="0" indent="0" algn="l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2300" kern="1200" dirty="0"/>
            <a:t>7- Réplication des données</a:t>
          </a:r>
        </a:p>
      </dsp:txBody>
      <dsp:txXfrm>
        <a:off x="25616" y="3642320"/>
        <a:ext cx="11296983" cy="473513"/>
      </dsp:txXfrm>
    </dsp:sp>
    <dsp:sp modelId="{1FDD8F32-99D9-4BBE-AF0A-DA191E5D1B76}">
      <dsp:nvSpPr>
        <dsp:cNvPr id="0" name=""/>
        <dsp:cNvSpPr/>
      </dsp:nvSpPr>
      <dsp:spPr>
        <a:xfrm>
          <a:off x="0" y="4207689"/>
          <a:ext cx="11348215" cy="524745"/>
        </a:xfrm>
        <a:prstGeom prst="roundRect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 w="2222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7630" tIns="87630" rIns="87630" bIns="87630" numCol="1" spcCol="1270" anchor="ctr" anchorCtr="0">
          <a:noAutofit/>
        </a:bodyPr>
        <a:lstStyle/>
        <a:p>
          <a:pPr marL="0" lvl="0" indent="0" algn="l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2300" kern="1200"/>
            <a:t>8- Duplication des données</a:t>
          </a:r>
          <a:endParaRPr lang="fr-FR" sz="2300" kern="1200" dirty="0"/>
        </a:p>
      </dsp:txBody>
      <dsp:txXfrm>
        <a:off x="25616" y="4233305"/>
        <a:ext cx="11296983" cy="473513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56A13A4E-84D7-4D91-BEDB-90F24C5C496A}">
      <dsp:nvSpPr>
        <dsp:cNvPr id="0" name=""/>
        <dsp:cNvSpPr/>
      </dsp:nvSpPr>
      <dsp:spPr>
        <a:xfrm rot="5400000">
          <a:off x="4020074" y="1229516"/>
          <a:ext cx="2637221" cy="2294382"/>
        </a:xfrm>
        <a:prstGeom prst="hexagon">
          <a:avLst>
            <a:gd name="adj" fmla="val 25000"/>
            <a:gd name="vf" fmla="val 115470"/>
          </a:avLst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tint val="98000"/>
                <a:lumMod val="110000"/>
              </a:schemeClr>
            </a:gs>
            <a:gs pos="84000">
              <a:schemeClr val="accent2">
                <a:hueOff val="0"/>
                <a:satOff val="0"/>
                <a:lumOff val="0"/>
                <a:alphaOff val="0"/>
                <a:shade val="90000"/>
                <a:lumMod val="88000"/>
              </a:schemeClr>
            </a:gs>
          </a:gsLst>
          <a:lin ang="5400000" scaled="0"/>
        </a:gradFill>
        <a:ln>
          <a:noFill/>
        </a:ln>
        <a:effectLst>
          <a:outerShdw blurRad="88900" dist="38100" dir="5040000" rotWithShape="0">
            <a:srgbClr val="000000">
              <a:alpha val="60000"/>
            </a:srgbClr>
          </a:outerShdw>
        </a:effectLst>
        <a:scene3d>
          <a:camera prst="orthographicFront">
            <a:rot lat="0" lon="0" rev="0"/>
          </a:camera>
          <a:lightRig rig="threePt" dir="tl">
            <a:rot lat="0" lon="0" rev="1200000"/>
          </a:lightRig>
        </a:scene3d>
        <a:sp3d>
          <a:bevelT w="38100" h="50800"/>
        </a:sp3d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2400" b="1" kern="1200" dirty="0"/>
            <a:t>CONTEXTE</a:t>
          </a:r>
        </a:p>
      </dsp:txBody>
      <dsp:txXfrm rot="-5400000">
        <a:off x="4549034" y="1469064"/>
        <a:ext cx="1579300" cy="1815287"/>
      </dsp:txXfrm>
    </dsp:sp>
    <dsp:sp modelId="{9B056C53-7419-4F9C-91E4-BA19F0141D87}">
      <dsp:nvSpPr>
        <dsp:cNvPr id="0" name=""/>
        <dsp:cNvSpPr/>
      </dsp:nvSpPr>
      <dsp:spPr>
        <a:xfrm>
          <a:off x="6555499" y="1585541"/>
          <a:ext cx="2943139" cy="158233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600" b="1" kern="1200" dirty="0"/>
            <a:t>L’entreprise </a:t>
          </a:r>
          <a:r>
            <a:rPr lang="fr-FR" sz="1600" b="1" kern="1200" dirty="0" err="1"/>
            <a:t>GreenCoop</a:t>
          </a:r>
          <a:r>
            <a:rPr lang="fr-FR" sz="1600" b="1" kern="1200" dirty="0"/>
            <a:t> est un fournisseur coopératif français d’électricité d’origine renouvelable dans les Hauts-de-France. </a:t>
          </a:r>
          <a:r>
            <a:rPr lang="fr-FR" sz="1600" b="1" i="0" kern="1200" dirty="0"/>
            <a:t>Les Data Scientists veulent enrichir leurs modèles de prévisions météo avec des données de stations officielles et semi-professionnelles.</a:t>
          </a:r>
          <a:endParaRPr lang="fr-FR" sz="1600" b="1" kern="1200" dirty="0">
            <a:solidFill>
              <a:prstClr val="black">
                <a:hueOff val="0"/>
                <a:satOff val="0"/>
                <a:lumOff val="0"/>
                <a:alphaOff val="0"/>
              </a:prstClr>
            </a:solidFill>
            <a:latin typeface="Franklin Gothic Book" panose="020B0502020104020203"/>
            <a:ea typeface="+mn-ea"/>
            <a:cs typeface="+mn-cs"/>
          </a:endParaRPr>
        </a:p>
      </dsp:txBody>
      <dsp:txXfrm>
        <a:off x="6555499" y="1585541"/>
        <a:ext cx="2943139" cy="1582333"/>
      </dsp:txXfrm>
    </dsp:sp>
    <dsp:sp modelId="{6999D6AC-DDB9-4FD7-AFBB-DD7E27F8F5BE}">
      <dsp:nvSpPr>
        <dsp:cNvPr id="0" name=""/>
        <dsp:cNvSpPr/>
      </dsp:nvSpPr>
      <dsp:spPr>
        <a:xfrm rot="5400000">
          <a:off x="1542140" y="1229516"/>
          <a:ext cx="2637221" cy="2294382"/>
        </a:xfrm>
        <a:prstGeom prst="hexagon">
          <a:avLst>
            <a:gd name="adj" fmla="val 25000"/>
            <a:gd name="vf" fmla="val 115470"/>
          </a:avLst>
        </a:prstGeom>
        <a:solidFill>
          <a:srgbClr val="FFC000"/>
        </a:solidFill>
        <a:ln>
          <a:noFill/>
        </a:ln>
        <a:effectLst>
          <a:outerShdw blurRad="88900" dist="38100" dir="5040000" rotWithShape="0">
            <a:srgbClr val="000000">
              <a:alpha val="60000"/>
            </a:srgbClr>
          </a:outerShdw>
        </a:effectLst>
        <a:scene3d>
          <a:camera prst="orthographicFront">
            <a:rot lat="0" lon="0" rev="0"/>
          </a:camera>
          <a:lightRig rig="threePt" dir="tl">
            <a:rot lat="0" lon="0" rev="1200000"/>
          </a:lightRig>
        </a:scene3d>
        <a:sp3d>
          <a:bevelT w="38100" h="50800"/>
        </a:sp3d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1600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fr-FR" sz="3600" kern="1200"/>
        </a:p>
      </dsp:txBody>
      <dsp:txXfrm rot="-5400000">
        <a:off x="2071100" y="1469064"/>
        <a:ext cx="1579300" cy="1815287"/>
      </dsp:txXfrm>
    </dsp:sp>
    <dsp:sp modelId="{DC18BF4A-2A0F-46C3-B95A-6DD9B50BD378}">
      <dsp:nvSpPr>
        <dsp:cNvPr id="0" name=""/>
        <dsp:cNvSpPr/>
      </dsp:nvSpPr>
      <dsp:spPr>
        <a:xfrm rot="5400000">
          <a:off x="2776360" y="3467989"/>
          <a:ext cx="2637221" cy="2294382"/>
        </a:xfrm>
        <a:prstGeom prst="hexagon">
          <a:avLst>
            <a:gd name="adj" fmla="val 25000"/>
            <a:gd name="vf" fmla="val 115470"/>
          </a:avLst>
        </a:prstGeom>
        <a:solidFill>
          <a:srgbClr val="00B050"/>
        </a:solidFill>
        <a:ln>
          <a:noFill/>
        </a:ln>
        <a:effectLst>
          <a:outerShdw blurRad="88900" dist="38100" dir="5040000" rotWithShape="0">
            <a:srgbClr val="000000">
              <a:alpha val="60000"/>
            </a:srgbClr>
          </a:outerShdw>
        </a:effectLst>
        <a:scene3d>
          <a:camera prst="orthographicFront">
            <a:rot lat="0" lon="0" rev="0"/>
          </a:camera>
          <a:lightRig rig="threePt" dir="tl">
            <a:rot lat="0" lon="0" rev="1200000"/>
          </a:lightRig>
        </a:scene3d>
        <a:sp3d>
          <a:bevelT w="38100" h="50800"/>
        </a:sp3d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2400" b="1" kern="1200" dirty="0"/>
            <a:t>OBJECTIF</a:t>
          </a:r>
        </a:p>
      </dsp:txBody>
      <dsp:txXfrm rot="-5400000">
        <a:off x="3305320" y="3707537"/>
        <a:ext cx="1579300" cy="1815287"/>
      </dsp:txXfrm>
    </dsp:sp>
    <dsp:sp modelId="{1248949E-B79E-4EED-9628-C52D6386C977}">
      <dsp:nvSpPr>
        <dsp:cNvPr id="0" name=""/>
        <dsp:cNvSpPr/>
      </dsp:nvSpPr>
      <dsp:spPr>
        <a:xfrm>
          <a:off x="4640" y="3824014"/>
          <a:ext cx="2848199" cy="158233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7150" tIns="57150" rIns="57150" bIns="57150" numCol="1" spcCol="1270" anchor="ctr" anchorCtr="0">
          <a:noAutofit/>
        </a:bodyPr>
        <a:lstStyle/>
        <a:p>
          <a:pPr marL="0" lvl="0" indent="0" algn="l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500" b="1" i="0" kern="1200" dirty="0"/>
            <a:t>Ingérer des formats hétérogènes</a:t>
          </a:r>
          <a:br>
            <a:rPr lang="fr-FR" sz="1500" b="1" i="0" kern="1200" dirty="0"/>
          </a:br>
          <a:r>
            <a:rPr lang="fr-FR" sz="1500" b="1" i="0" kern="1200" dirty="0"/>
            <a:t>Conserver les données brutes</a:t>
          </a:r>
          <a:br>
            <a:rPr lang="fr-FR" sz="1500" b="1" i="0" kern="1200" dirty="0"/>
          </a:br>
          <a:r>
            <a:rPr lang="fr-FR" sz="1500" b="1" i="0" kern="1200" dirty="0"/>
            <a:t>Transformer dans PostgreSQL avec DBT</a:t>
          </a:r>
          <a:br>
            <a:rPr lang="fr-FR" sz="1500" b="1" i="0" kern="1200" dirty="0"/>
          </a:br>
          <a:r>
            <a:rPr lang="fr-FR" sz="1500" b="1" i="0" kern="1200" dirty="0"/>
            <a:t>Tester et documenter</a:t>
          </a:r>
          <a:br>
            <a:rPr lang="fr-FR" sz="1500" b="1" i="0" kern="1200" dirty="0"/>
          </a:br>
          <a:r>
            <a:rPr lang="fr-FR" sz="1500" b="1" i="0" kern="1200" dirty="0"/>
            <a:t>Rendre les données accessibles au ML</a:t>
          </a:r>
          <a:endParaRPr lang="fr-FR" sz="1500" b="1" kern="1200" dirty="0"/>
        </a:p>
      </dsp:txBody>
      <dsp:txXfrm>
        <a:off x="4640" y="3824014"/>
        <a:ext cx="2848199" cy="1582333"/>
      </dsp:txXfrm>
    </dsp:sp>
    <dsp:sp modelId="{50931873-200F-47FE-9D6F-FC2A93EFCE66}">
      <dsp:nvSpPr>
        <dsp:cNvPr id="0" name=""/>
        <dsp:cNvSpPr/>
      </dsp:nvSpPr>
      <dsp:spPr>
        <a:xfrm rot="5400000">
          <a:off x="5254293" y="3467989"/>
          <a:ext cx="2637221" cy="2294382"/>
        </a:xfrm>
        <a:prstGeom prst="hexagon">
          <a:avLst>
            <a:gd name="adj" fmla="val 25000"/>
            <a:gd name="vf" fmla="val 115470"/>
          </a:avLst>
        </a:prstGeom>
        <a:solidFill>
          <a:srgbClr val="FF9900"/>
        </a:solidFill>
        <a:ln>
          <a:noFill/>
        </a:ln>
        <a:effectLst>
          <a:outerShdw blurRad="88900" dist="38100" dir="5040000" rotWithShape="0">
            <a:srgbClr val="000000">
              <a:alpha val="60000"/>
            </a:srgbClr>
          </a:outerShdw>
        </a:effectLst>
        <a:scene3d>
          <a:camera prst="orthographicFront">
            <a:rot lat="0" lon="0" rev="0"/>
          </a:camera>
          <a:lightRig rig="threePt" dir="tl">
            <a:rot lat="0" lon="0" rev="1200000"/>
          </a:lightRig>
        </a:scene3d>
        <a:sp3d>
          <a:bevelT w="38100" h="50800"/>
        </a:sp3d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1600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fr-FR" sz="3600" kern="1200"/>
        </a:p>
      </dsp:txBody>
      <dsp:txXfrm rot="-5400000">
        <a:off x="5783253" y="3707537"/>
        <a:ext cx="1579300" cy="1815287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8/layout/AlternatingHexagons">
  <dgm:title val=""/>
  <dgm:desc val=""/>
  <dgm:catLst>
    <dgm:cat type="list" pri="1500"/>
  </dgm:catLst>
  <dgm:sampData>
    <dgm:dataModel>
      <dgm:ptLst>
        <dgm:pt modelId="0" type="doc"/>
        <dgm:pt modelId="10">
          <dgm:prSet phldr="1"/>
        </dgm:pt>
        <dgm:pt modelId="11">
          <dgm:prSet phldr="1"/>
        </dgm:pt>
        <dgm:pt modelId="20">
          <dgm:prSet phldr="1"/>
        </dgm:pt>
        <dgm:pt modelId="21">
          <dgm:prSet phldr="1"/>
        </dgm:pt>
        <dgm:pt modelId="30">
          <dgm:prSet phldr="1"/>
        </dgm:pt>
        <dgm:pt modelId="31">
          <dgm:prSet phldr="1"/>
        </dgm:pt>
      </dgm:ptLst>
      <dgm:cxnLst>
        <dgm:cxn modelId="40" srcId="0" destId="10" srcOrd="0" destOrd="0"/>
        <dgm:cxn modelId="12" srcId="10" destId="11" srcOrd="0" destOrd="0"/>
        <dgm:cxn modelId="50" srcId="0" destId="20" srcOrd="1" destOrd="0"/>
        <dgm:cxn modelId="22" srcId="20" destId="21" srcOrd="0" destOrd="0"/>
        <dgm:cxn modelId="60" srcId="0" destId="30" srcOrd="1" destOrd="0"/>
        <dgm:cxn modelId="32" srcId="30" destId="31" srcOrd="0" destOrd="0"/>
      </dgm:cxnLst>
      <dgm:bg/>
      <dgm:whole/>
    </dgm:dataModel>
  </dgm:sampData>
  <dgm:styleData>
    <dgm:dataModel>
      <dgm:ptLst>
        <dgm:pt modelId="0" type="doc"/>
        <dgm:pt modelId="10">
          <dgm:prSet phldr="1"/>
        </dgm:pt>
        <dgm:pt modelId="20">
          <dgm:prSet phldr="1"/>
        </dgm:pt>
      </dgm:ptLst>
      <dgm:cxnLst>
        <dgm:cxn modelId="60" srcId="0" destId="10" srcOrd="0" destOrd="0"/>
        <dgm:cxn modelId="70" srcId="0" destId="20" srcOrd="1" destOrd="0"/>
      </dgm:cxnLst>
      <dgm:bg/>
      <dgm:whole/>
    </dgm:dataModel>
  </dgm:styleData>
  <dgm:clrData>
    <dgm:dataModel>
      <dgm:ptLst>
        <dgm:pt modelId="0" type="doc"/>
        <dgm:pt modelId="10">
          <dgm:prSet phldr="1"/>
        </dgm:pt>
        <dgm:pt modelId="20">
          <dgm:prSet phldr="1"/>
        </dgm:pt>
        <dgm:pt modelId="30">
          <dgm:prSet phldr="1"/>
        </dgm:pt>
        <dgm:pt modelId="40">
          <dgm:prSet phldr="1"/>
        </dgm:pt>
      </dgm:ptLst>
      <dgm:cxnLst>
        <dgm:cxn modelId="60" srcId="0" destId="10" srcOrd="0" destOrd="0"/>
        <dgm:cxn modelId="70" srcId="0" destId="20" srcOrd="1" destOrd="0"/>
        <dgm:cxn modelId="80" srcId="0" destId="30" srcOrd="2" destOrd="0"/>
        <dgm:cxn modelId="90" srcId="0" destId="40" srcOrd="3" destOrd="0"/>
      </dgm:cxnLst>
      <dgm:bg/>
      <dgm:whole/>
    </dgm:dataModel>
  </dgm:clrData>
  <dgm:layoutNode name="Name0">
    <dgm:varLst>
      <dgm:chMax/>
      <dgm:chPref/>
      <dgm:dir/>
      <dgm:animLvl val="lvl"/>
    </dgm:varLst>
    <dgm:alg type="lin">
      <dgm:param type="linDir" val="fromT"/>
    </dgm:alg>
    <dgm:shape xmlns:r="http://schemas.openxmlformats.org/officeDocument/2006/relationships" r:blip="">
      <dgm:adjLst/>
    </dgm:shape>
    <dgm:constrLst>
      <dgm:constr type="primFontSz" for="des" forName="Parent1" val="65"/>
      <dgm:constr type="primFontSz" for="des" forName="Childtext1" refType="primFontSz" refFor="des" refForName="Parent1" op="lte"/>
      <dgm:constr type="w" for="ch" forName="composite" refType="w"/>
      <dgm:constr type="h" for="ch" forName="composite" refType="h"/>
      <dgm:constr type="h" for="ch" forName="spaceBetweenRectangles" refType="w" refFor="ch" refForName="composite" fact="-0.042"/>
      <dgm:constr type="sp" refType="h" refFor="ch" refForName="composite" op="equ" fact="0.1"/>
    </dgm:constrLst>
    <dgm:forEach name="nodesForEach" axis="ch" ptType="node">
      <dgm:layoutNode name="composite">
        <dgm:alg type="composite">
          <dgm:param type="ar" val="3.6"/>
        </dgm:alg>
        <dgm:shape xmlns:r="http://schemas.openxmlformats.org/officeDocument/2006/relationships" r:blip="">
          <dgm:adjLst/>
        </dgm:shape>
        <dgm:choose name="Name1">
          <dgm:if name="Name2" func="var" arg="dir" op="equ" val="norm">
            <dgm:choose name="Name3">
              <dgm:if name="Name4" axis="self" ptType="node" func="posOdd" op="equ" val="1">
                <dgm:constrLst>
                  <dgm:constr type="l" for="ch" forName="Accent1" refType="w" fact="0.18"/>
                  <dgm:constr type="t" for="ch" forName="Accent1" refType="h" fact="0"/>
                  <dgm:constr type="h" for="ch" forName="Accent1" refType="h"/>
                  <dgm:constr type="w" for="ch" forName="Accent1" refType="h" fact="0.87"/>
                  <dgm:constr type="l" for="ch" forName="Accent1Text" refType="w" fact="0.18"/>
                  <dgm:constr type="t" for="ch" forName="Accent1Text" refType="h" fact="0"/>
                  <dgm:constr type="h" for="ch" forName="Accent1Text" refType="h"/>
                  <dgm:constr type="w" for="ch" forName="Accent1Text" refType="h" fact="0.87"/>
                  <dgm:constr type="l" for="ch" forName="Parent1" refType="w" fact="0.441"/>
                  <dgm:constr type="t" for="ch" forName="Parent1" refType="h" fact="0"/>
                  <dgm:constr type="h" for="ch" forName="Parent1" refType="h"/>
                  <dgm:constr type="w" for="ch" forName="Parent1" refType="h" fact="0.87"/>
                  <dgm:constr type="l" for="ch" forName="Childtext1" refType="w" fact="0.69"/>
                  <dgm:constr type="t" for="ch" forName="Childtext1" refType="h" fact="0.2"/>
                  <dgm:constr type="w" for="ch" forName="Childtext1" refType="w" fact="0.31"/>
                  <dgm:constr type="h" for="ch" forName="Childtext1" refType="h" fact="0.6"/>
                  <dgm:constr type="l" for="ch" forName="BalanceSpacing" refType="w" fact="0"/>
                  <dgm:constr type="t" for="ch" forName="BalanceSpacing" refType="h" fact="0"/>
                  <dgm:constr type="w" for="ch" forName="BalanceSpacing" refType="w"/>
                  <dgm:constr type="h" for="ch" forName="BalanceSpacing" refType="h" fact="0.1"/>
                  <dgm:constr type="l" for="ch" forName="BalanceSpacing1" refType="w" fact="0.69"/>
                  <dgm:constr type="t" for="ch" forName="BalanceSpacing1" refType="h" fact="0.2"/>
                  <dgm:constr type="w" for="ch" forName="BalanceSpacing1" refType="w" fact="0.31"/>
                  <dgm:constr type="h" for="ch" forName="BalanceSpacing1" refType="h" fact="0.6"/>
                </dgm:constrLst>
              </dgm:if>
              <dgm:else name="Name5">
                <dgm:constrLst>
                  <dgm:constr type="l" for="ch" forName="Accent1" refType="w" fact="0.571"/>
                  <dgm:constr type="t" for="ch" forName="Accent1" refType="h" fact="0"/>
                  <dgm:constr type="h" for="ch" forName="Accent1" refType="h"/>
                  <dgm:constr type="w" for="ch" forName="Accent1" refType="h" fact="0.87"/>
                  <dgm:constr type="l" for="ch" forName="Accent1Text" refType="w" fact="0.571"/>
                  <dgm:constr type="t" for="ch" forName="Accent1Text" refType="h" fact="0"/>
                  <dgm:constr type="h" for="ch" forName="Accent1Text" refType="h"/>
                  <dgm:constr type="w" for="ch" forName="Accent1Text" refType="h" fact="0.87"/>
                  <dgm:constr type="l" for="ch" forName="Parent1" refType="w" fact="0.31"/>
                  <dgm:constr type="t" for="ch" forName="Parent1" refType="h" fact="0"/>
                  <dgm:constr type="h" for="ch" forName="Parent1" refType="h"/>
                  <dgm:constr type="w" for="ch" forName="Parent1" refType="h" fact="0.87"/>
                  <dgm:constr type="l" for="ch" forName="Childtext1" refType="w" fact="0"/>
                  <dgm:constr type="t" for="ch" forName="Childtext1" refType="h" fact="0.2"/>
                  <dgm:constr type="w" for="ch" forName="Childtext1" refType="w" fact="0.3"/>
                  <dgm:constr type="h" for="ch" forName="Childtext1" refType="h" fact="0.6"/>
                  <dgm:constr type="l" for="ch" forName="BalanceSpacing" refType="w" fact="0.82"/>
                  <dgm:constr type="t" for="ch" forName="BalanceSpacing" refType="h" fact="0"/>
                  <dgm:constr type="w" for="ch" forName="BalanceSpacing" refType="w" fact="0.18"/>
                  <dgm:constr type="h" for="ch" forName="BalanceSpacing" refType="h"/>
                  <dgm:constr type="l" for="ch" forName="BalanceSpacing1" refType="w" fact="0"/>
                  <dgm:constr type="t" for="ch" forName="BalanceSpacing1" refType="h" fact="0.2"/>
                  <dgm:constr type="w" for="ch" forName="BalanceSpacing1" refType="w" fact="0.3"/>
                  <dgm:constr type="h" for="ch" forName="BalanceSpacing1" refType="h" fact="0.6"/>
                </dgm:constrLst>
              </dgm:else>
            </dgm:choose>
          </dgm:if>
          <dgm:else name="Name6">
            <dgm:choose name="Name7">
              <dgm:if name="Name8" axis="self" ptType="node" func="posOdd" op="equ" val="1">
                <dgm:constrLst>
                  <dgm:constr type="l" for="ch" forName="Accent1" refType="w" fact="0.571"/>
                  <dgm:constr type="t" for="ch" forName="Accent1" refType="h" fact="0"/>
                  <dgm:constr type="h" for="ch" forName="Accent1" refType="h"/>
                  <dgm:constr type="w" for="ch" forName="Accent1" refType="h" fact="0.87"/>
                  <dgm:constr type="l" for="ch" forName="Accent1Text" refType="w" fact="0.571"/>
                  <dgm:constr type="t" for="ch" forName="Accent1Text" refType="h" fact="0"/>
                  <dgm:constr type="h" for="ch" forName="Accent1Text" refType="h"/>
                  <dgm:constr type="w" for="ch" forName="Accent1Text" refType="h" fact="0.87"/>
                  <dgm:constr type="l" for="ch" forName="Parent1" refType="w" fact="0.31"/>
                  <dgm:constr type="t" for="ch" forName="Parent1" refType="h" fact="0"/>
                  <dgm:constr type="h" for="ch" forName="Parent1" refType="h"/>
                  <dgm:constr type="w" for="ch" forName="Parent1" refType="h" fact="0.87"/>
                  <dgm:constr type="l" for="ch" forName="Childtext1" refType="w" fact="0"/>
                  <dgm:constr type="t" for="ch" forName="Childtext1" refType="h" fact="0.2"/>
                  <dgm:constr type="w" for="ch" forName="Childtext1" refType="w" fact="0.3"/>
                  <dgm:constr type="h" for="ch" forName="Childtext1" refType="h" fact="0.6"/>
                  <dgm:constr type="l" for="ch" forName="BalanceSpacing" refType="w" fact="0.82"/>
                  <dgm:constr type="t" for="ch" forName="BalanceSpacing" refType="h" fact="0"/>
                  <dgm:constr type="w" for="ch" forName="BalanceSpacing" refType="w" fact="0.18"/>
                  <dgm:constr type="h" for="ch" forName="BalanceSpacing" refType="h"/>
                </dgm:constrLst>
              </dgm:if>
              <dgm:else name="Name9">
                <dgm:constrLst>
                  <dgm:constr type="l" for="ch" forName="Accent1" refType="w" fact="0.18"/>
                  <dgm:constr type="t" for="ch" forName="Accent1" refType="h" fact="0"/>
                  <dgm:constr type="h" for="ch" forName="Accent1" refType="h"/>
                  <dgm:constr type="w" for="ch" forName="Accent1" refType="h" fact="0.87"/>
                  <dgm:constr type="l" for="ch" forName="Accent1Text" refType="w" fact="0.18"/>
                  <dgm:constr type="t" for="ch" forName="Accent1Text" refType="h" fact="0"/>
                  <dgm:constr type="h" for="ch" forName="Accent1Text" refType="h"/>
                  <dgm:constr type="w" for="ch" forName="Accent1Text" refType="h" fact="0.87"/>
                  <dgm:constr type="l" for="ch" forName="Parent1" refType="w" fact="0.441"/>
                  <dgm:constr type="t" for="ch" forName="Parent1" refType="h" fact="0"/>
                  <dgm:constr type="h" for="ch" forName="Parent1" refType="h"/>
                  <dgm:constr type="w" for="ch" forName="Parent1" refType="h" fact="0.87"/>
                  <dgm:constr type="l" for="ch" forName="Childtext1" refType="w" fact="0.69"/>
                  <dgm:constr type="t" for="ch" forName="Childtext1" refType="h" fact="0.2"/>
                  <dgm:constr type="w" for="ch" forName="Childtext1" refType="w" fact="0.31"/>
                  <dgm:constr type="h" for="ch" forName="Childtext1" refType="h" fact="0.6"/>
                  <dgm:constr type="l" for="ch" forName="BalanceSpacing" refType="w" fact="0"/>
                  <dgm:constr type="t" for="ch" forName="BalanceSpacing" refType="h" fact="0"/>
                  <dgm:constr type="w" for="ch" forName="BalanceSpacing" refType="w" fact="0.18"/>
                  <dgm:constr type="h" for="ch" forName="BalanceSpacing" refType="h"/>
                </dgm:constrLst>
              </dgm:else>
            </dgm:choose>
          </dgm:else>
        </dgm:choose>
        <dgm:layoutNode name="Parent1" styleLbl="node1">
          <dgm:varLst>
            <dgm:chMax val="1"/>
            <dgm:chPref val="1"/>
            <dgm:bulletEnabled val="1"/>
          </dgm:varLst>
          <dgm:alg type="tx"/>
          <dgm:shape xmlns:r="http://schemas.openxmlformats.org/officeDocument/2006/relationships" rot="90" type="hexagon" r:blip="">
            <dgm:adjLst>
              <dgm:adj idx="1" val="0.25"/>
              <dgm:adj idx="2" val="1.1547"/>
            </dgm:adjLst>
          </dgm:shape>
          <dgm:presOf axis="self" ptType="node"/>
          <dgm:constrLst>
            <dgm:constr type="lMarg" refType="primFontSz" fact="0.3"/>
            <dgm:constr type="rMarg" refType="primFontSz" fact="0.3"/>
            <dgm:constr type="tMarg" refType="primFontSz" fact="0.3"/>
            <dgm:constr type="bMarg" refType="primFontSz" fact="0.3"/>
          </dgm:constrLst>
          <dgm:ruleLst>
            <dgm:rule type="primFontSz" val="5" fact="NaN" max="NaN"/>
          </dgm:ruleLst>
        </dgm:layoutNode>
        <dgm:layoutNode name="Childtext1" styleLbl="revTx">
          <dgm:varLst>
            <dgm:chMax val="0"/>
            <dgm:chPref val="0"/>
            <dgm:bulletEnabled val="1"/>
          </dgm:varLst>
          <dgm:choose name="Name10">
            <dgm:if name="Name11" func="var" arg="dir" op="equ" val="norm">
              <dgm:choose name="Name12">
                <dgm:if name="Name13" axis="self" ptType="node" func="posOdd" op="equ" val="1">
                  <dgm:alg type="tx">
                    <dgm:param type="parTxLTRAlign" val="l"/>
                  </dgm:alg>
                </dgm:if>
                <dgm:else name="Name14">
                  <dgm:alg type="tx">
                    <dgm:param type="parTxLTRAlign" val="r"/>
                  </dgm:alg>
                </dgm:else>
              </dgm:choose>
            </dgm:if>
            <dgm:else name="Name15">
              <dgm:choose name="Name16">
                <dgm:if name="Name17" axis="self" ptType="node" func="posOdd" op="equ" val="1">
                  <dgm:alg type="tx">
                    <dgm:param type="parTxLTRAlign" val="r"/>
                  </dgm:alg>
                </dgm:if>
                <dgm:else name="Name18">
                  <dgm:alg type="tx">
                    <dgm:param type="parTxLTRAlign" val="l"/>
                  </dgm:alg>
                </dgm:else>
              </dgm:choose>
            </dgm:else>
          </dgm:choose>
          <dgm:shape xmlns:r="http://schemas.openxmlformats.org/officeDocument/2006/relationships" type="rect" r:blip="">
            <dgm:adjLst/>
          </dgm:shape>
          <dgm:presOf axis="des" ptType="node"/>
          <dgm:constrLst>
            <dgm:constr type="lMarg" refType="primFontSz" fact="0.3"/>
            <dgm:constr type="rMarg" refType="primFontSz" fact="0.3"/>
            <dgm:constr type="tMarg" refType="primFontSz" fact="0.3"/>
            <dgm:constr type="bMarg" refType="primFontSz" fact="0.3"/>
          </dgm:constrLst>
          <dgm:ruleLst>
            <dgm:rule type="primFontSz" val="5" fact="NaN" max="NaN"/>
          </dgm:ruleLst>
        </dgm:layoutNode>
        <dgm:layoutNode name="BalanceSpacing">
          <dgm:alg type="sp"/>
          <dgm:shape xmlns:r="http://schemas.openxmlformats.org/officeDocument/2006/relationships" r:blip="">
            <dgm:adjLst/>
          </dgm:shape>
        </dgm:layoutNode>
        <dgm:layoutNode name="BalanceSpacing1">
          <dgm:alg type="sp"/>
          <dgm:shape xmlns:r="http://schemas.openxmlformats.org/officeDocument/2006/relationships" r:blip="">
            <dgm:adjLst/>
          </dgm:shape>
        </dgm:layoutNode>
        <dgm:forEach name="Name19" axis="followSib" ptType="sibTrans" hideLastTrans="0" cnt="1">
          <dgm:layoutNode name="Accent1Text" styleLbl="node1">
            <dgm:alg type="tx"/>
            <dgm:shape xmlns:r="http://schemas.openxmlformats.org/officeDocument/2006/relationships" rot="90" type="hexagon" r:blip="">
              <dgm:adjLst>
                <dgm:adj idx="1" val="0.25"/>
                <dgm:adj idx="2" val="1.1547"/>
              </dgm:adjLst>
            </dgm:shape>
            <dgm:presOf axis="self" ptType="sibTrans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5" fact="NaN" max="NaN"/>
            </dgm:ruleLst>
          </dgm:layoutNode>
        </dgm:forEach>
      </dgm:layoutNode>
      <dgm:forEach name="Name20" axis="followSib" ptType="sibTrans" cnt="1">
        <dgm:layoutNode name="spaceBetweenRectangle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5">
  <dgm:title val=""/>
  <dgm:desc val=""/>
  <dgm:catLst>
    <dgm:cat type="simple" pri="105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’en-tête 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en-US"/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2FC74BDE-6627-49B6-90F1-0334E723F64C}" type="datetime1">
              <a:rPr lang="fr-FR" smtClean="0"/>
              <a:t>12/08/2026</a:t>
            </a:fld>
            <a:endParaRPr lang="en-US" dirty="0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en-US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A975D426-A9DD-4244-A2CE-1FB6623742C7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2484457"/>
      </p:ext>
    </p:extLst>
  </p:cSld>
  <p:clrMap bg1="lt1" tx1="dk1" bg2="lt2" tx2="dk2" accent1="accent1" accent2="accent2" accent3="accent3" accent4="accent4" accent5="accent5" accent6="accent6" hlink="hlink" folHlink="folHlink"/>
  <p:hf hdr="0" ftr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’en-tête 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en-US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F28DAF60-E56A-4648-8936-22D801672B6C}" type="datetime1">
              <a:rPr lang="fr-FR" smtClean="0"/>
              <a:t>12/08/2026</a:t>
            </a:fld>
            <a:endParaRPr lang="en-US"/>
          </a:p>
        </p:txBody>
      </p:sp>
      <p:sp>
        <p:nvSpPr>
          <p:cNvPr id="4" name="Espace réservé de l’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en-US"/>
          </a:p>
        </p:txBody>
      </p:sp>
      <p:sp>
        <p:nvSpPr>
          <p:cNvPr id="5" name="Espace réservé des commentaires 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fr"/>
              <a:t>Modifiez les styles du texte du masque</a:t>
            </a:r>
            <a:endParaRPr lang="en-US"/>
          </a:p>
          <a:p>
            <a:pPr lvl="1" rtl="0"/>
            <a:r>
              <a:rPr lang="fr"/>
              <a:t>Deuxième niveau</a:t>
            </a:r>
          </a:p>
          <a:p>
            <a:pPr lvl="2" rtl="0"/>
            <a:r>
              <a:rPr lang="fr"/>
              <a:t>Troisième niveau</a:t>
            </a:r>
          </a:p>
          <a:p>
            <a:pPr lvl="3" rtl="0"/>
            <a:r>
              <a:rPr lang="fr"/>
              <a:t>Quatrième niveau</a:t>
            </a:r>
          </a:p>
          <a:p>
            <a:pPr lvl="4" rtl="0"/>
            <a:r>
              <a:rPr lang="fr"/>
              <a:t>Cinquième niveau</a:t>
            </a:r>
            <a:endParaRPr lang="en-US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en-US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01B41D33-19C8-4450-B3C5-BE83E9C8F0BC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1455252"/>
      </p:ext>
    </p:extLst>
  </p:cSld>
  <p:clrMap bg1="lt1" tx1="dk1" bg2="lt2" tx2="dk2" accent1="accent1" accent2="accent2" accent3="accent3" accent4="accent4" accent5="accent5" accent6="accent6" hlink="hlink" folHlink="folHlink"/>
  <p:hf hdr="0" ftr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446534" y="3085764"/>
            <a:ext cx="11298932" cy="3338149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581191" y="1020431"/>
            <a:ext cx="10993549" cy="1475013"/>
          </a:xfrm>
          <a:effectLst/>
        </p:spPr>
        <p:txBody>
          <a:bodyPr rtlCol="0" anchor="b">
            <a:normAutofit/>
          </a:bodyPr>
          <a:lstStyle>
            <a:lvl1pPr>
              <a:defRPr sz="36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581194" y="2495445"/>
            <a:ext cx="10993546" cy="590321"/>
          </a:xfrm>
        </p:spPr>
        <p:txBody>
          <a:bodyPr rtlCol="0" anchor="t">
            <a:normAutofit/>
          </a:bodyPr>
          <a:lstStyle>
            <a:lvl1pPr marL="0" indent="0" algn="l">
              <a:buNone/>
              <a:defRPr sz="1600" cap="all">
                <a:solidFill>
                  <a:schemeClr val="accent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rtl="0"/>
            <a:r>
              <a:rPr lang="fr-FR"/>
              <a:t>Modifiez le style des sous-titres du masque</a:t>
            </a:r>
            <a:endParaRPr lang="en-US" dirty="0"/>
          </a:p>
        </p:txBody>
      </p:sp>
      <p:sp>
        <p:nvSpPr>
          <p:cNvPr id="8" name="Espace réservé de la date 7">
            <a:extLst>
              <a:ext uri="{FF2B5EF4-FFF2-40B4-BE49-F238E27FC236}">
                <a16:creationId xmlns:a16="http://schemas.microsoft.com/office/drawing/2014/main" id="{7FA0ACE7-29A8-47D3-A7D9-257B711D80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E641DF6C-ECED-4BD8-8025-73323DD5D35C}" type="datetime1">
              <a:rPr lang="fr-FR" smtClean="0"/>
              <a:t>12/08/2026</a:t>
            </a:fld>
            <a:endParaRPr lang="en-US" dirty="0"/>
          </a:p>
        </p:txBody>
      </p:sp>
      <p:sp>
        <p:nvSpPr>
          <p:cNvPr id="9" name="Espace réservé du pied de page 8">
            <a:extLst>
              <a:ext uri="{FF2B5EF4-FFF2-40B4-BE49-F238E27FC236}">
                <a16:creationId xmlns:a16="http://schemas.microsoft.com/office/drawing/2014/main" id="{DEC604B9-52E9-4810-8359-47206518D0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en-US" dirty="0"/>
          </a:p>
        </p:txBody>
      </p:sp>
      <p:sp>
        <p:nvSpPr>
          <p:cNvPr id="10" name="Espace réservé du numéro de diapositive 9">
            <a:extLst>
              <a:ext uri="{FF2B5EF4-FFF2-40B4-BE49-F238E27FC236}">
                <a16:creationId xmlns:a16="http://schemas.microsoft.com/office/drawing/2014/main" id="{5898A89F-CA25-400F-B05A-AECBF2517E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3A98EE3D-8CD1-4C3F-BD1C-C98C9596463C}" type="slidenum">
              <a:rPr lang="en-US" smtClean="0"/>
              <a:t>‹N°›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9001758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188720"/>
          </a:xfrm>
        </p:spPr>
        <p:txBody>
          <a:bodyPr rtlCol="0"/>
          <a:lstStyle/>
          <a:p>
            <a:pPr rtl="0"/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581192" y="2340864"/>
            <a:ext cx="11029615" cy="3634486"/>
          </a:xfrm>
        </p:spPr>
        <p:txBody>
          <a:bodyPr rtlCol="0"/>
          <a:lstStyle/>
          <a:p>
            <a:pPr lvl="0" rtl="0"/>
            <a:r>
              <a:rPr lang="fr-FR"/>
              <a:t>Cliquez pour modifier les styles du texte du masque</a:t>
            </a:r>
          </a:p>
          <a:p>
            <a:pPr lvl="1" rtl="0"/>
            <a:r>
              <a:rPr lang="fr-FR"/>
              <a:t>Deuxième niveau</a:t>
            </a:r>
          </a:p>
          <a:p>
            <a:pPr lvl="2" rtl="0"/>
            <a:r>
              <a:rPr lang="fr-FR"/>
              <a:t>Troisième niveau</a:t>
            </a:r>
          </a:p>
          <a:p>
            <a:pPr lvl="3" rtl="0"/>
            <a:r>
              <a:rPr lang="fr-FR"/>
              <a:t>Quatrième niveau</a:t>
            </a:r>
          </a:p>
          <a:p>
            <a:pPr lvl="4" rtl="0"/>
            <a:r>
              <a:rPr lang="fr-FR"/>
              <a:t>Cinquième niveau</a:t>
            </a:r>
            <a:endParaRPr lang="en-US" dirty="0"/>
          </a:p>
        </p:txBody>
      </p:sp>
      <p:sp>
        <p:nvSpPr>
          <p:cNvPr id="8" name="Espace réservé de la date 7">
            <a:extLst>
              <a:ext uri="{FF2B5EF4-FFF2-40B4-BE49-F238E27FC236}">
                <a16:creationId xmlns:a16="http://schemas.microsoft.com/office/drawing/2014/main" id="{770E6237-3456-439F-802D-3BA93FC7E3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22897033-9A55-4DAC-991D-1FF1921C78B7}" type="datetime1">
              <a:rPr lang="fr-FR" smtClean="0"/>
              <a:t>12/08/2026</a:t>
            </a:fld>
            <a:endParaRPr lang="en-US" dirty="0"/>
          </a:p>
        </p:txBody>
      </p:sp>
      <p:sp>
        <p:nvSpPr>
          <p:cNvPr id="9" name="Espace réservé du pied de page 8">
            <a:extLst>
              <a:ext uri="{FF2B5EF4-FFF2-40B4-BE49-F238E27FC236}">
                <a16:creationId xmlns:a16="http://schemas.microsoft.com/office/drawing/2014/main" id="{1356D3B5-6063-4A89-B88F-9D3043916F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en-US" dirty="0"/>
          </a:p>
        </p:txBody>
      </p:sp>
      <p:sp>
        <p:nvSpPr>
          <p:cNvPr id="10" name="Espace réservé du numéro de diapositive 9">
            <a:extLst>
              <a:ext uri="{FF2B5EF4-FFF2-40B4-BE49-F238E27FC236}">
                <a16:creationId xmlns:a16="http://schemas.microsoft.com/office/drawing/2014/main" id="{02B78BF7-69D3-4CE0-A631-50EFD41EEE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3A98EE3D-8CD1-4C3F-BD1C-C98C9596463C}" type="slidenum">
              <a:rPr lang="en-US" smtClean="0"/>
              <a:t>‹N°›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5244341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-têt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7817" y="5141974"/>
            <a:ext cx="11290860" cy="1258827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581193" y="2393950"/>
            <a:ext cx="11029615" cy="2147467"/>
          </a:xfrm>
        </p:spPr>
        <p:txBody>
          <a:bodyPr rtlCol="0" anchor="b">
            <a:normAutofit/>
          </a:bodyPr>
          <a:lstStyle>
            <a:lvl1pPr algn="l">
              <a:defRPr sz="3600" b="0" cap="all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581192" y="4541417"/>
            <a:ext cx="11029615" cy="600556"/>
          </a:xfrm>
        </p:spPr>
        <p:txBody>
          <a:bodyPr rtlCol="0" anchor="t">
            <a:normAutofit/>
          </a:bodyPr>
          <a:lstStyle>
            <a:lvl1pPr marL="0" indent="0" algn="l">
              <a:buNone/>
              <a:defRPr sz="1800" cap="all">
                <a:solidFill>
                  <a:schemeClr val="accent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rtl="0"/>
            <a:r>
              <a:rPr lang="fr-FR"/>
              <a:t>Cliquez pour modifier les styles du texte du masque</a:t>
            </a:r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61582016-5696-4A93-887F-BBB3B9002F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A1255F31-5DB3-4925-BA87-822F5B17A2F1}" type="datetime1">
              <a:rPr lang="fr-FR" smtClean="0"/>
              <a:t>12/08/2026</a:t>
            </a:fld>
            <a:endParaRPr lang="en-US" dirty="0"/>
          </a:p>
        </p:txBody>
      </p:sp>
      <p:sp>
        <p:nvSpPr>
          <p:cNvPr id="9" name="Espace réservé du pied de page 8">
            <a:extLst>
              <a:ext uri="{FF2B5EF4-FFF2-40B4-BE49-F238E27FC236}">
                <a16:creationId xmlns:a16="http://schemas.microsoft.com/office/drawing/2014/main" id="{857CFCD5-1192-4E18-8A8F-29E153B44D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en-US" dirty="0"/>
          </a:p>
        </p:txBody>
      </p:sp>
      <p:sp>
        <p:nvSpPr>
          <p:cNvPr id="10" name="Espace réservé du numéro de diapositive 9">
            <a:extLst>
              <a:ext uri="{FF2B5EF4-FFF2-40B4-BE49-F238E27FC236}">
                <a16:creationId xmlns:a16="http://schemas.microsoft.com/office/drawing/2014/main" id="{E39A109E-5018-4794-92B3-FD5E5BCD95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3A98EE3D-8CD1-4C3F-BD1C-C98C9596463C}" type="slidenum">
              <a:rPr lang="en-US" smtClean="0"/>
              <a:t>‹N°›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668097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</p:spPr>
        <p:txBody>
          <a:bodyPr rtlCol="0"/>
          <a:lstStyle/>
          <a:p>
            <a:pPr rtl="0"/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581193" y="2228003"/>
            <a:ext cx="5194767" cy="3633047"/>
          </a:xfrm>
        </p:spPr>
        <p:txBody>
          <a:bodyPr rtlCol="0">
            <a:normAutofit/>
          </a:bodyPr>
          <a:lstStyle/>
          <a:p>
            <a:pPr lvl="0" rtl="0"/>
            <a:r>
              <a:rPr lang="fr-FR"/>
              <a:t>Cliquez pour modifier les styles du texte du masque</a:t>
            </a:r>
          </a:p>
          <a:p>
            <a:pPr lvl="1" rtl="0"/>
            <a:r>
              <a:rPr lang="fr-FR"/>
              <a:t>Deuxième niveau</a:t>
            </a:r>
          </a:p>
          <a:p>
            <a:pPr lvl="2" rtl="0"/>
            <a:r>
              <a:rPr lang="fr-FR"/>
              <a:t>Troisième niveau</a:t>
            </a:r>
          </a:p>
          <a:p>
            <a:pPr lvl="3" rtl="0"/>
            <a:r>
              <a:rPr lang="fr-FR"/>
              <a:t>Quatrième niveau</a:t>
            </a:r>
          </a:p>
          <a:p>
            <a:pPr lvl="4" rtl="0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6416039" y="2228003"/>
            <a:ext cx="5194769" cy="3633047"/>
          </a:xfrm>
        </p:spPr>
        <p:txBody>
          <a:bodyPr rtlCol="0">
            <a:normAutofit/>
          </a:bodyPr>
          <a:lstStyle/>
          <a:p>
            <a:pPr lvl="0" rtl="0"/>
            <a:r>
              <a:rPr lang="fr-FR"/>
              <a:t>Cliquez pour modifier les styles du texte du masque</a:t>
            </a:r>
          </a:p>
          <a:p>
            <a:pPr lvl="1" rtl="0"/>
            <a:r>
              <a:rPr lang="fr-FR"/>
              <a:t>Deuxième niveau</a:t>
            </a:r>
          </a:p>
          <a:p>
            <a:pPr lvl="2" rtl="0"/>
            <a:r>
              <a:rPr lang="fr-FR"/>
              <a:t>Troisième niveau</a:t>
            </a:r>
          </a:p>
          <a:p>
            <a:pPr lvl="3" rtl="0"/>
            <a:r>
              <a:rPr lang="fr-FR"/>
              <a:t>Quatrième niveau</a:t>
            </a:r>
          </a:p>
          <a:p>
            <a:pPr lvl="4" rtl="0"/>
            <a:r>
              <a:rPr lang="fr-FR"/>
              <a:t>Cinquième niveau</a:t>
            </a:r>
            <a:endParaRPr lang="en-US" dirty="0"/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7E4EF44C-5F50-4A80-A957-57B3338337C0}" type="datetime1">
              <a:rPr lang="fr-FR" smtClean="0"/>
              <a:t>12/08/2026</a:t>
            </a:fld>
            <a:endParaRPr lang="en-US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en-US" dirty="0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3A98EE3D-8CD1-4C3F-BD1C-C98C9596463C}" type="slidenum">
              <a:rPr lang="en-US" smtClean="0"/>
              <a:t>‹N°›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8332321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re 1"/>
          <p:cNvSpPr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</p:spPr>
        <p:txBody>
          <a:bodyPr rtlCol="0"/>
          <a:lstStyle/>
          <a:p>
            <a:pPr rtl="0"/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581191" y="2250891"/>
            <a:ext cx="5194769" cy="557784"/>
          </a:xfrm>
        </p:spPr>
        <p:txBody>
          <a:bodyPr rtlCol="0" anchor="ctr">
            <a:noAutofit/>
          </a:bodyPr>
          <a:lstStyle>
            <a:lvl1pPr marL="0" indent="0">
              <a:buNone/>
              <a:defRPr sz="2000" b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581194" y="2926052"/>
            <a:ext cx="5194766" cy="2934999"/>
          </a:xfrm>
        </p:spPr>
        <p:txBody>
          <a:bodyPr rtlCol="0" anchor="t">
            <a:normAutofit/>
          </a:bodyPr>
          <a:lstStyle/>
          <a:p>
            <a:pPr lvl="0" rtl="0"/>
            <a:r>
              <a:rPr lang="fr-FR"/>
              <a:t>Cliquez pour modifier les styles du texte du masque</a:t>
            </a:r>
          </a:p>
          <a:p>
            <a:pPr lvl="1" rtl="0"/>
            <a:r>
              <a:rPr lang="fr-FR"/>
              <a:t>Deuxième niveau</a:t>
            </a:r>
          </a:p>
          <a:p>
            <a:pPr lvl="2" rtl="0"/>
            <a:r>
              <a:rPr lang="fr-FR"/>
              <a:t>Troisième niveau</a:t>
            </a:r>
          </a:p>
          <a:p>
            <a:pPr lvl="3" rtl="0"/>
            <a:r>
              <a:rPr lang="fr-FR"/>
              <a:t>Quatrième niveau</a:t>
            </a:r>
          </a:p>
          <a:p>
            <a:pPr lvl="4" rtl="0"/>
            <a:r>
              <a:rPr lang="fr-FR"/>
              <a:t>Cinquième niveau</a:t>
            </a:r>
            <a:endParaRPr lang="en-US" dirty="0"/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/>
          </p:nvPr>
        </p:nvSpPr>
        <p:spPr>
          <a:xfrm>
            <a:off x="6416039" y="2250892"/>
            <a:ext cx="5194770" cy="553373"/>
          </a:xfrm>
        </p:spPr>
        <p:txBody>
          <a:bodyPr rtlCol="0" anchor="ctr">
            <a:noAutofit/>
          </a:bodyPr>
          <a:lstStyle>
            <a:lvl1pPr marL="0" marR="0" indent="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600"/>
              </a:spcAft>
              <a:buClr>
                <a:schemeClr val="accent1"/>
              </a:buClr>
              <a:buSzPct val="92000"/>
              <a:buFont typeface="Wingdings 2" panose="05020102010507070707" pitchFamily="18" charset="2"/>
              <a:buNone/>
              <a:tabLst/>
              <a:defRPr sz="2000" b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600"/>
              </a:spcAft>
              <a:buClr>
                <a:schemeClr val="accent1"/>
              </a:buClr>
              <a:buSzPct val="92000"/>
              <a:buFont typeface="Wingdings 2" panose="05020102010507070707" pitchFamily="18" charset="2"/>
              <a:buNone/>
              <a:tabLst/>
              <a:defRPr/>
            </a:pPr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/>
          </p:nvPr>
        </p:nvSpPr>
        <p:spPr>
          <a:xfrm>
            <a:off x="6416037" y="2926052"/>
            <a:ext cx="5194771" cy="2934999"/>
          </a:xfrm>
        </p:spPr>
        <p:txBody>
          <a:bodyPr rtlCol="0" anchor="t">
            <a:normAutofit/>
          </a:bodyPr>
          <a:lstStyle/>
          <a:p>
            <a:pPr lvl="0" rtl="0"/>
            <a:r>
              <a:rPr lang="fr-FR"/>
              <a:t>Cliquez pour modifier les styles du texte du masque</a:t>
            </a:r>
          </a:p>
          <a:p>
            <a:pPr lvl="1" rtl="0"/>
            <a:r>
              <a:rPr lang="fr-FR"/>
              <a:t>Deuxième niveau</a:t>
            </a:r>
          </a:p>
          <a:p>
            <a:pPr lvl="2" rtl="0"/>
            <a:r>
              <a:rPr lang="fr-FR"/>
              <a:t>Troisième niveau</a:t>
            </a:r>
          </a:p>
          <a:p>
            <a:pPr lvl="3" rtl="0"/>
            <a:r>
              <a:rPr lang="fr-FR"/>
              <a:t>Quatrième niveau</a:t>
            </a:r>
          </a:p>
          <a:p>
            <a:pPr lvl="4" rtl="0"/>
            <a:r>
              <a:rPr lang="fr-FR"/>
              <a:t>Cinquième niveau</a:t>
            </a:r>
            <a:endParaRPr lang="en-US" dirty="0"/>
          </a:p>
        </p:txBody>
      </p:sp>
      <p:sp>
        <p:nvSpPr>
          <p:cNvPr id="7" name="Espace réservé de la date 6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B2D0F46D-59FD-4484-924E-E79DD516B5ED}" type="datetime1">
              <a:rPr lang="fr-FR" smtClean="0"/>
              <a:t>12/08/2026</a:t>
            </a:fld>
            <a:endParaRPr lang="en-US" dirty="0"/>
          </a:p>
        </p:txBody>
      </p:sp>
      <p:sp>
        <p:nvSpPr>
          <p:cNvPr id="8" name="Espace réservé du pied de page 7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en-US" dirty="0"/>
          </a:p>
        </p:txBody>
      </p:sp>
      <p:sp>
        <p:nvSpPr>
          <p:cNvPr id="9" name="Espace réservé du numéro de diapositive 8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3A98EE3D-8CD1-4C3F-BD1C-C98C9596463C}" type="slidenum">
              <a:rPr lang="en-US" smtClean="0"/>
              <a:t>‹N°›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4804658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uniquem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re 1"/>
          <p:cNvSpPr>
            <a:spLocks noGrp="1"/>
          </p:cNvSpPr>
          <p:nvPr>
            <p:ph type="title"/>
          </p:nvPr>
        </p:nvSpPr>
        <p:spPr>
          <a:xfrm>
            <a:off x="575894" y="729658"/>
            <a:ext cx="11029616" cy="988332"/>
          </a:xfrm>
        </p:spPr>
        <p:txBody>
          <a:bodyPr rtlCol="0"/>
          <a:lstStyle/>
          <a:p>
            <a:pPr rtl="0"/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0FAEC910-4AAA-42A1-A49C-7DDC64BC53C6}" type="datetime1">
              <a:rPr lang="fr-FR" smtClean="0"/>
              <a:t>12/08/2026</a:t>
            </a:fld>
            <a:endParaRPr lang="en-US" dirty="0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en-US" dirty="0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3A98EE3D-8CD1-4C3F-BD1C-C98C9596463C}" type="slidenum">
              <a:rPr lang="en-US" smtClean="0"/>
              <a:t>‹N°›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293638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ACEC98BE-FCE2-445F-8146-3A7F8CC3881D}" type="datetime1">
              <a:rPr lang="fr-FR" smtClean="0"/>
              <a:t>12/08/2026</a:t>
            </a:fld>
            <a:endParaRPr lang="en-US" dirty="0"/>
          </a:p>
        </p:txBody>
      </p:sp>
      <p:sp>
        <p:nvSpPr>
          <p:cNvPr id="3" name="Espace réservé du pied de page 2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en-US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3A98EE3D-8CD1-4C3F-BD1C-C98C9596463C}" type="slidenum">
              <a:rPr lang="en-US" smtClean="0"/>
              <a:t>‹N°›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2949497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spect="1"/>
          </p:cNvSpPr>
          <p:nvPr/>
        </p:nvSpPr>
        <p:spPr>
          <a:xfrm>
            <a:off x="447817" y="601200"/>
            <a:ext cx="3682723" cy="5815475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767857" y="933450"/>
            <a:ext cx="3031852" cy="1722419"/>
          </a:xfrm>
        </p:spPr>
        <p:txBody>
          <a:bodyPr rtlCol="0" anchor="b">
            <a:normAutofit/>
          </a:bodyPr>
          <a:lstStyle>
            <a:lvl1pPr algn="l">
              <a:defRPr sz="2400" b="0">
                <a:solidFill>
                  <a:srgbClr val="FFFFFF"/>
                </a:solidFill>
              </a:defRPr>
            </a:lvl1pPr>
          </a:lstStyle>
          <a:p>
            <a:pPr rtl="0"/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4900928" y="1179829"/>
            <a:ext cx="6650991" cy="4658216"/>
          </a:xfrm>
        </p:spPr>
        <p:txBody>
          <a:bodyPr rtlCol="0" anchor="ctr">
            <a:normAutofit/>
          </a:bodyPr>
          <a:lstStyle>
            <a:lvl1pPr>
              <a:defRPr sz="2000">
                <a:solidFill>
                  <a:schemeClr val="tx2"/>
                </a:solidFill>
              </a:defRPr>
            </a:lvl1pPr>
            <a:lvl2pPr>
              <a:defRPr sz="1800">
                <a:solidFill>
                  <a:schemeClr val="tx2"/>
                </a:solidFill>
              </a:defRPr>
            </a:lvl2pPr>
            <a:lvl3pPr>
              <a:defRPr sz="1600">
                <a:solidFill>
                  <a:schemeClr val="tx2"/>
                </a:solidFill>
              </a:defRPr>
            </a:lvl3pPr>
            <a:lvl4pPr>
              <a:defRPr sz="1400">
                <a:solidFill>
                  <a:schemeClr val="tx2"/>
                </a:solidFill>
              </a:defRPr>
            </a:lvl4pPr>
            <a:lvl5pPr>
              <a:defRPr sz="1400">
                <a:solidFill>
                  <a:schemeClr val="tx2"/>
                </a:solidFill>
              </a:defRPr>
            </a:lvl5pPr>
            <a:lvl6pPr>
              <a:defRPr sz="1400">
                <a:solidFill>
                  <a:schemeClr val="tx2"/>
                </a:solidFill>
              </a:defRPr>
            </a:lvl6pPr>
            <a:lvl7pPr>
              <a:defRPr sz="1400">
                <a:solidFill>
                  <a:schemeClr val="tx2"/>
                </a:solidFill>
              </a:defRPr>
            </a:lvl7pPr>
            <a:lvl8pPr>
              <a:defRPr sz="1400">
                <a:solidFill>
                  <a:schemeClr val="tx2"/>
                </a:solidFill>
              </a:defRPr>
            </a:lvl8pPr>
            <a:lvl9pPr>
              <a:defRPr sz="1400">
                <a:solidFill>
                  <a:schemeClr val="tx2"/>
                </a:solidFill>
              </a:defRPr>
            </a:lvl9pPr>
          </a:lstStyle>
          <a:p>
            <a:pPr lvl="0" rtl="0"/>
            <a:r>
              <a:rPr lang="fr-FR"/>
              <a:t>Cliquez pour modifier les styles du texte du masque</a:t>
            </a:r>
          </a:p>
          <a:p>
            <a:pPr lvl="1" rtl="0"/>
            <a:r>
              <a:rPr lang="fr-FR"/>
              <a:t>Deuxième niveau</a:t>
            </a:r>
          </a:p>
          <a:p>
            <a:pPr lvl="2" rtl="0"/>
            <a:r>
              <a:rPr lang="fr-FR"/>
              <a:t>Troisième niveau</a:t>
            </a:r>
          </a:p>
          <a:p>
            <a:pPr lvl="3" rtl="0"/>
            <a:r>
              <a:rPr lang="fr-FR"/>
              <a:t>Quatrième niveau</a:t>
            </a:r>
          </a:p>
          <a:p>
            <a:pPr lvl="4" rtl="0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767857" y="2836654"/>
            <a:ext cx="3031852" cy="3001392"/>
          </a:xfrm>
        </p:spPr>
        <p:txBody>
          <a:bodyPr rtlCol="0" anchor="t">
            <a:normAutofit/>
          </a:bodyPr>
          <a:lstStyle>
            <a:lvl1pPr marL="0" indent="0" algn="l">
              <a:buNone/>
              <a:defRPr sz="1600">
                <a:solidFill>
                  <a:srgbClr val="FFFFFF"/>
                </a:solidFill>
              </a:defRPr>
            </a:lvl1pPr>
            <a:lvl2pPr marL="457200" indent="0">
              <a:buNone/>
              <a:defRPr sz="11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 rtl="0"/>
            <a:r>
              <a:rPr lang="fr-FR"/>
              <a:t>Cliquez pour modifier les styles du texte du masque</a:t>
            </a:r>
          </a:p>
        </p:txBody>
      </p:sp>
      <p:sp>
        <p:nvSpPr>
          <p:cNvPr id="8" name="Espace réservé de la date 7">
            <a:extLst>
              <a:ext uri="{FF2B5EF4-FFF2-40B4-BE49-F238E27FC236}">
                <a16:creationId xmlns:a16="http://schemas.microsoft.com/office/drawing/2014/main" id="{0B919CC2-2A65-446F-B538-9E624903544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05951" y="6456916"/>
            <a:ext cx="2844799" cy="365125"/>
          </a:xfrm>
        </p:spPr>
        <p:txBody>
          <a:bodyPr rtlCol="0"/>
          <a:lstStyle/>
          <a:p>
            <a:pPr rtl="0"/>
            <a:fld id="{6D0953DD-A6BD-427D-B7A8-BDE378B2E678}" type="datetime1">
              <a:rPr lang="fr-FR" smtClean="0"/>
              <a:t>12/08/2026</a:t>
            </a:fld>
            <a:endParaRPr lang="en-US" dirty="0"/>
          </a:p>
        </p:txBody>
      </p:sp>
      <p:sp>
        <p:nvSpPr>
          <p:cNvPr id="10" name="Espace réservé du pied de page 9">
            <a:extLst>
              <a:ext uri="{FF2B5EF4-FFF2-40B4-BE49-F238E27FC236}">
                <a16:creationId xmlns:a16="http://schemas.microsoft.com/office/drawing/2014/main" id="{B72412AE-119E-4982-8B24-63365EFCA7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81192" y="6452590"/>
            <a:ext cx="6917210" cy="365125"/>
          </a:xfrm>
        </p:spPr>
        <p:txBody>
          <a:bodyPr rtlCol="0"/>
          <a:lstStyle/>
          <a:p>
            <a:pPr rtl="0"/>
            <a:endParaRPr lang="en-US" dirty="0"/>
          </a:p>
        </p:txBody>
      </p:sp>
      <p:sp>
        <p:nvSpPr>
          <p:cNvPr id="11" name="Espace réservé du numéro de diapositive 10">
            <a:extLst>
              <a:ext uri="{FF2B5EF4-FFF2-40B4-BE49-F238E27FC236}">
                <a16:creationId xmlns:a16="http://schemas.microsoft.com/office/drawing/2014/main" id="{7FC4BB19-6AD1-45CF-9F99-00B109890F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58300" y="6456916"/>
            <a:ext cx="1052510" cy="365125"/>
          </a:xfrm>
        </p:spPr>
        <p:txBody>
          <a:bodyPr rtlCol="0"/>
          <a:lstStyle/>
          <a:p>
            <a:pPr rtl="0"/>
            <a:fld id="{3A98EE3D-8CD1-4C3F-BD1C-C98C9596463C}" type="slidenum">
              <a:rPr lang="en-US" smtClean="0"/>
              <a:pPr/>
              <a:t>‹N°›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6176669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581193" y="4693389"/>
            <a:ext cx="11029616" cy="566738"/>
          </a:xfrm>
        </p:spPr>
        <p:txBody>
          <a:bodyPr rtlCol="0" anchor="b">
            <a:normAutofit/>
          </a:bodyPr>
          <a:lstStyle>
            <a:lvl1pPr algn="l">
              <a:defRPr sz="2400" b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Espace réservé d’image 2"/>
          <p:cNvSpPr>
            <a:spLocks noGrp="1" noChangeAspect="1"/>
          </p:cNvSpPr>
          <p:nvPr>
            <p:ph type="pic" idx="1"/>
          </p:nvPr>
        </p:nvSpPr>
        <p:spPr>
          <a:xfrm>
            <a:off x="447817" y="641350"/>
            <a:ext cx="11290859" cy="3651249"/>
          </a:xfrm>
        </p:spPr>
        <p:txBody>
          <a:bodyPr rtlCol="0"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rtl="0"/>
            <a:r>
              <a:rPr lang="fr-FR"/>
              <a:t>Cliquez sur l'icône pour ajouter une image</a:t>
            </a:r>
            <a:endParaRPr lang="en-US" dirty="0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581192" y="5260127"/>
            <a:ext cx="11029617" cy="998148"/>
          </a:xfrm>
        </p:spPr>
        <p:txBody>
          <a:bodyPr rtlCol="0" anchor="t"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 rt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47E77B56-6788-4F40-A65E-12AFEB3AC095}" type="datetime1">
              <a:rPr lang="fr-FR" smtClean="0"/>
              <a:t>12/08/2026</a:t>
            </a:fld>
            <a:endParaRPr lang="en-US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algn="l" rtl="0"/>
            <a:endParaRPr lang="en-US" dirty="0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3A98EE3D-8CD1-4C3F-BD1C-C98C9596463C}" type="slidenum">
              <a:rPr lang="en-US" smtClean="0"/>
              <a:t>‹N°›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7328955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re 1"/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</p:spPr>
        <p:txBody>
          <a:bodyPr rtlCol="0"/>
          <a:lstStyle/>
          <a:p>
            <a:pPr rtl="0"/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Espace réservé du texte vertical 2"/>
          <p:cNvSpPr>
            <a:spLocks noGrp="1"/>
          </p:cNvSpPr>
          <p:nvPr>
            <p:ph type="body" orient="vert" idx="1"/>
          </p:nvPr>
        </p:nvSpPr>
        <p:spPr/>
        <p:txBody>
          <a:bodyPr vert="eaVert" rtlCol="0" anchor="t"/>
          <a:lstStyle>
            <a:lvl1pPr algn="l">
              <a:defRPr/>
            </a:lvl1pPr>
            <a:lvl2pPr algn="l">
              <a:defRPr/>
            </a:lvl2pPr>
            <a:lvl3pPr algn="l">
              <a:defRPr/>
            </a:lvl3pPr>
            <a:lvl4pPr algn="l">
              <a:defRPr/>
            </a:lvl4pPr>
            <a:lvl5pPr algn="l">
              <a:defRPr/>
            </a:lvl5pPr>
          </a:lstStyle>
          <a:p>
            <a:pPr lvl="0" rtl="0"/>
            <a:r>
              <a:rPr lang="fr-FR"/>
              <a:t>Cliquez pour modifier les styles du texte du masque</a:t>
            </a:r>
          </a:p>
          <a:p>
            <a:pPr lvl="1" rtl="0"/>
            <a:r>
              <a:rPr lang="fr-FR"/>
              <a:t>Deuxième niveau</a:t>
            </a:r>
          </a:p>
          <a:p>
            <a:pPr lvl="2" rtl="0"/>
            <a:r>
              <a:rPr lang="fr-FR"/>
              <a:t>Troisième niveau</a:t>
            </a:r>
          </a:p>
          <a:p>
            <a:pPr lvl="3" rtl="0"/>
            <a:r>
              <a:rPr lang="fr-FR"/>
              <a:t>Quatrième niveau</a:t>
            </a:r>
          </a:p>
          <a:p>
            <a:pPr lvl="4" rtl="0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1E5B03D9-FC89-4784-BD60-336471BA7724}" type="datetime1">
              <a:rPr lang="fr-FR" smtClean="0"/>
              <a:t>12/08/2026</a:t>
            </a:fld>
            <a:endParaRPr lang="en-US" dirty="0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en-US" dirty="0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3A98EE3D-8CD1-4C3F-BD1C-C98C9596463C}" type="slidenum">
              <a:rPr lang="en-US" smtClean="0"/>
              <a:t>‹N°›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8359114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8058151" y="599725"/>
            <a:ext cx="3687316" cy="5816950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2" name="Titre vertical 1"/>
          <p:cNvSpPr>
            <a:spLocks noGrp="1"/>
          </p:cNvSpPr>
          <p:nvPr>
            <p:ph type="title" orient="vert"/>
          </p:nvPr>
        </p:nvSpPr>
        <p:spPr>
          <a:xfrm>
            <a:off x="8204200" y="863600"/>
            <a:ext cx="3124200" cy="4807326"/>
          </a:xfrm>
        </p:spPr>
        <p:txBody>
          <a:bodyPr vert="eaVert" rtlCol="0" anchor="ctr"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pPr rtl="0"/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>
          <a:xfrm>
            <a:off x="774923" y="863600"/>
            <a:ext cx="7161625" cy="4807326"/>
          </a:xfrm>
        </p:spPr>
        <p:txBody>
          <a:bodyPr vert="eaVert" rtlCol="0" anchor="t"/>
          <a:lstStyle/>
          <a:p>
            <a:pPr lvl="0" rtl="0"/>
            <a:r>
              <a:rPr lang="fr-FR"/>
              <a:t>Cliquez pour modifier les styles du texte du masque</a:t>
            </a:r>
          </a:p>
          <a:p>
            <a:pPr lvl="1" rtl="0"/>
            <a:r>
              <a:rPr lang="fr-FR"/>
              <a:t>Deuxième niveau</a:t>
            </a:r>
          </a:p>
          <a:p>
            <a:pPr lvl="2" rtl="0"/>
            <a:r>
              <a:rPr lang="fr-FR"/>
              <a:t>Troisième niveau</a:t>
            </a:r>
          </a:p>
          <a:p>
            <a:pPr lvl="3" rtl="0"/>
            <a:r>
              <a:rPr lang="fr-FR"/>
              <a:t>Quatrième niveau</a:t>
            </a:r>
          </a:p>
          <a:p>
            <a:pPr lvl="4" rtl="0"/>
            <a:r>
              <a:rPr lang="fr-FR"/>
              <a:t>Cinquième niveau</a:t>
            </a:r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6423B97-A5D4-47B9-8861-73B3707A04CF}"/>
              </a:ext>
            </a:extLst>
          </p:cNvPr>
          <p:cNvSpPr/>
          <p:nvPr/>
        </p:nvSpPr>
        <p:spPr>
          <a:xfrm>
            <a:off x="446534" y="457200"/>
            <a:ext cx="3703320" cy="94997"/>
          </a:xfrm>
          <a:prstGeom prst="rect">
            <a:avLst/>
          </a:prstGeom>
          <a:solidFill>
            <a:srgbClr val="969F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9" name="Rectangle 8">
            <a:extLst>
              <a:ext uri="{FF2B5EF4-FFF2-40B4-BE49-F238E27FC236}">
                <a16:creationId xmlns:a16="http://schemas.microsoft.com/office/drawing/2014/main" id="{1AEC0421-37B4-4481-A10D-69FDF5EC7909}"/>
              </a:ext>
            </a:extLst>
          </p:cNvPr>
          <p:cNvSpPr/>
          <p:nvPr/>
        </p:nvSpPr>
        <p:spPr>
          <a:xfrm>
            <a:off x="8042147" y="453643"/>
            <a:ext cx="3703320" cy="98554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F7265B5-9F97-4F1E-99E9-74F7B7E62337}"/>
              </a:ext>
            </a:extLst>
          </p:cNvPr>
          <p:cNvSpPr/>
          <p:nvPr/>
        </p:nvSpPr>
        <p:spPr>
          <a:xfrm>
            <a:off x="4241830" y="457200"/>
            <a:ext cx="3703320" cy="9144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11" name="Espace réservé de la date 10">
            <a:extLst>
              <a:ext uri="{FF2B5EF4-FFF2-40B4-BE49-F238E27FC236}">
                <a16:creationId xmlns:a16="http://schemas.microsoft.com/office/drawing/2014/main" id="{5C74A470-3BD3-4F33-80E5-67E6E87FCB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D0216CB3-B929-446C-876F-83C9B86D9FDE}" type="datetime1">
              <a:rPr lang="fr-FR" smtClean="0"/>
              <a:t>12/08/2026</a:t>
            </a:fld>
            <a:endParaRPr lang="en-US" dirty="0"/>
          </a:p>
        </p:txBody>
      </p:sp>
      <p:sp>
        <p:nvSpPr>
          <p:cNvPr id="12" name="Espace réservé du pied de page 11">
            <a:extLst>
              <a:ext uri="{FF2B5EF4-FFF2-40B4-BE49-F238E27FC236}">
                <a16:creationId xmlns:a16="http://schemas.microsoft.com/office/drawing/2014/main" id="{9A3A30BA-DB50-4D7D-BCDE-17D20FB354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en-US" dirty="0"/>
          </a:p>
        </p:txBody>
      </p:sp>
      <p:sp>
        <p:nvSpPr>
          <p:cNvPr id="13" name="Espace réservé du numéro de diapositive 12">
            <a:extLst>
              <a:ext uri="{FF2B5EF4-FFF2-40B4-BE49-F238E27FC236}">
                <a16:creationId xmlns:a16="http://schemas.microsoft.com/office/drawing/2014/main" id="{76FF9E58-C0B2-436B-A21C-DB45A00D65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3A98EE3D-8CD1-4C3F-BD1C-C98C9596463C}" type="slidenum">
              <a:rPr lang="en-US" smtClean="0"/>
              <a:t>‹N°›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8884962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au titre 1"/>
          <p:cNvSpPr>
            <a:spLocks noGrp="1"/>
          </p:cNvSpPr>
          <p:nvPr>
            <p:ph type="title"/>
          </p:nvPr>
        </p:nvSpPr>
        <p:spPr>
          <a:xfrm>
            <a:off x="581192" y="705124"/>
            <a:ext cx="11029616" cy="1189554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pPr rtl="0"/>
            <a:r>
              <a:rPr lang="fr"/>
              <a:t>Modifiez le style du titre</a:t>
            </a:r>
            <a:endParaRPr lang="en-US" dirty="0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581192" y="2336002"/>
            <a:ext cx="11029616" cy="365204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 rtl="0"/>
            <a:r>
              <a:rPr lang="fr"/>
              <a:t>Modifiez les styles du texte du masque</a:t>
            </a:r>
          </a:p>
          <a:p>
            <a:pPr lvl="1" rtl="0"/>
            <a:r>
              <a:rPr lang="fr"/>
              <a:t>Deuxième niveau</a:t>
            </a:r>
          </a:p>
          <a:p>
            <a:pPr lvl="2" rtl="0"/>
            <a:r>
              <a:rPr lang="fr"/>
              <a:t>Troisième niveau</a:t>
            </a:r>
          </a:p>
          <a:p>
            <a:pPr lvl="3" rtl="0"/>
            <a:r>
              <a:rPr lang="fr"/>
              <a:t>Quatrième niveau</a:t>
            </a:r>
          </a:p>
          <a:p>
            <a:pPr lvl="4" rtl="0"/>
            <a:r>
              <a:rPr lang="fr"/>
              <a:t>Cinquième niveau</a:t>
            </a:r>
            <a:endParaRPr lang="en-US" dirty="0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2"/>
          </p:nvPr>
        </p:nvSpPr>
        <p:spPr>
          <a:xfrm>
            <a:off x="7605951" y="6423914"/>
            <a:ext cx="28447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fld id="{E69A0D1A-B1A6-4A33-B3AE-513EF3B4A7E7}" type="datetime1">
              <a:rPr lang="fr-FR" smtClean="0"/>
              <a:t>12/08/2026</a:t>
            </a:fld>
            <a:endParaRPr lang="en-US" dirty="0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3"/>
          </p:nvPr>
        </p:nvSpPr>
        <p:spPr>
          <a:xfrm>
            <a:off x="581192" y="6423914"/>
            <a:ext cx="69172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 cap="all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endParaRPr lang="en-US" dirty="0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4"/>
          </p:nvPr>
        </p:nvSpPr>
        <p:spPr>
          <a:xfrm>
            <a:off x="10558300" y="6423914"/>
            <a:ext cx="10525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fld id="{3A98EE3D-8CD1-4C3F-BD1C-C98C9596463C}" type="slidenum">
              <a:rPr lang="en-US" smtClean="0"/>
              <a:t>‹N°›</a:t>
            </a:fld>
            <a:endParaRPr lang="en-US" dirty="0"/>
          </a:p>
        </p:txBody>
      </p:sp>
      <p:sp>
        <p:nvSpPr>
          <p:cNvPr id="9" name="Rectangle 8"/>
          <p:cNvSpPr/>
          <p:nvPr/>
        </p:nvSpPr>
        <p:spPr>
          <a:xfrm>
            <a:off x="446534" y="457200"/>
            <a:ext cx="3703320" cy="94997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10" name="Rectangle 9"/>
          <p:cNvSpPr/>
          <p:nvPr/>
        </p:nvSpPr>
        <p:spPr>
          <a:xfrm>
            <a:off x="8042147" y="453643"/>
            <a:ext cx="3703320" cy="98554"/>
          </a:xfrm>
          <a:prstGeom prst="rect">
            <a:avLst/>
          </a:prstGeom>
          <a:solidFill>
            <a:srgbClr val="969F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11" name="Rectangle 10"/>
          <p:cNvSpPr/>
          <p:nvPr/>
        </p:nvSpPr>
        <p:spPr>
          <a:xfrm>
            <a:off x="4241830" y="457200"/>
            <a:ext cx="3703320" cy="9144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00089789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56" r:id="rId1"/>
    <p:sldLayoutId id="2147483757" r:id="rId2"/>
    <p:sldLayoutId id="2147483758" r:id="rId3"/>
    <p:sldLayoutId id="2147483759" r:id="rId4"/>
    <p:sldLayoutId id="2147483711" r:id="rId5"/>
    <p:sldLayoutId id="2147483760" r:id="rId6"/>
    <p:sldLayoutId id="2147483762" r:id="rId7"/>
    <p:sldLayoutId id="2147483706" r:id="rId8"/>
    <p:sldLayoutId id="2147483709" r:id="rId9"/>
    <p:sldLayoutId id="2147483707" r:id="rId10"/>
    <p:sldLayoutId id="2147483708" r:id="rId11"/>
  </p:sldLayoutIdLst>
  <p:hf sldNum="0" hdr="0" ftr="0"/>
  <p:txStyles>
    <p:titleStyle>
      <a:lvl1pPr algn="l" defTabSz="457200" rtl="0" eaLnBrk="1" latinLnBrk="0" hangingPunct="1">
        <a:lnSpc>
          <a:spcPct val="100000"/>
        </a:lnSpc>
        <a:spcBef>
          <a:spcPct val="0"/>
        </a:spcBef>
        <a:buNone/>
        <a:defRPr sz="2800" b="0" kern="1200" cap="all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06000" indent="-306000" algn="l" defTabSz="457200" rtl="0" eaLnBrk="1" latinLnBrk="0" hangingPunct="1">
        <a:lnSpc>
          <a:spcPct val="110000"/>
        </a:lnSpc>
        <a:spcBef>
          <a:spcPct val="20000"/>
        </a:spcBef>
        <a:spcAft>
          <a:spcPts val="600"/>
        </a:spcAft>
        <a:buClr>
          <a:schemeClr val="accent1"/>
        </a:buClr>
        <a:buSzPct val="92000"/>
        <a:buFont typeface="Wingdings 2" panose="05020102010507070707" pitchFamily="18" charset="2"/>
        <a:buChar char=""/>
        <a:defRPr sz="17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6300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92000"/>
        <a:buFont typeface="Wingdings 2" panose="05020102010507070707" pitchFamily="18" charset="2"/>
        <a:buChar char="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900000" indent="-270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92000"/>
        <a:buFont typeface="Wingdings 2" panose="05020102010507070707" pitchFamily="18" charset="2"/>
        <a:buChar char=""/>
        <a:defRPr sz="13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242000" indent="-234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92000"/>
        <a:buFont typeface="Wingdings 2" panose="05020102010507070707" pitchFamily="18" charset="2"/>
        <a:buChar char=""/>
        <a:defRPr sz="11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1602000" indent="-234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92000"/>
        <a:buFont typeface="Wingdings 2" panose="05020102010507070707" pitchFamily="18" charset="2"/>
        <a:buChar char=""/>
        <a:defRPr sz="11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9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6pPr>
      <a:lvl7pPr marL="22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7pPr>
      <a:lvl8pPr marL="25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8pPr>
      <a:lvl9pPr marL="28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8" name="Rectangle 17">
            <a:extLst>
              <a:ext uri="{FF2B5EF4-FFF2-40B4-BE49-F238E27FC236}">
                <a16:creationId xmlns:a16="http://schemas.microsoft.com/office/drawing/2014/main" id="{D6D7A0BC-0046-4CAA-8E7F-DCAFE511EA0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n-US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1C21E816-31F5-48BB-BD02-D15F2F18B48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81191" y="1020431"/>
            <a:ext cx="10993549" cy="1475013"/>
          </a:xfrm>
        </p:spPr>
        <p:txBody>
          <a:bodyPr rtlCol="0">
            <a:normAutofit/>
          </a:bodyPr>
          <a:lstStyle/>
          <a:p>
            <a:pPr rtl="0"/>
            <a:r>
              <a:rPr lang="fr-FR" dirty="0"/>
              <a:t>CONSTRUIRE ET TESTER UNE INFRASTRUCTURE DE DONNEES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835D6E6B-3353-491C-A3C6-F278D6CED8B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46534" y="2671524"/>
            <a:ext cx="10993546" cy="468233"/>
          </a:xfrm>
        </p:spPr>
        <p:txBody>
          <a:bodyPr rtlCol="0">
            <a:normAutofit fontScale="85000" lnSpcReduction="20000"/>
          </a:bodyPr>
          <a:lstStyle/>
          <a:p>
            <a:pPr rtl="0"/>
            <a:endParaRPr lang="fr" sz="900" dirty="0"/>
          </a:p>
          <a:p>
            <a:pPr rtl="0"/>
            <a:r>
              <a:rPr lang="fr" sz="1300" dirty="0"/>
              <a:t>SEBASTIEN ULESIE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E7C6334F-6411-41EC-AD7D-179EDD8B58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6534" y="457200"/>
            <a:ext cx="3703320" cy="94997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E6B02CEE-3AF8-4349-9B3E-8970E6DF62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241830" y="457200"/>
            <a:ext cx="3703320" cy="9144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AAA01CF0-3FB5-44EB-B7DE-F2E86374C2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042147" y="453643"/>
            <a:ext cx="3703320" cy="98554"/>
          </a:xfrm>
          <a:prstGeom prst="rect">
            <a:avLst/>
          </a:prstGeom>
          <a:solidFill>
            <a:srgbClr val="969F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pic>
        <p:nvPicPr>
          <p:cNvPr id="6" name="Image 5" descr="Zoom sur un logo&#10;&#10;Description générée automatiquement">
            <a:extLst>
              <a:ext uri="{FF2B5EF4-FFF2-40B4-BE49-F238E27FC236}">
                <a16:creationId xmlns:a16="http://schemas.microsoft.com/office/drawing/2014/main" id="{F1A8C364-94D4-4630-BAD0-78722F347055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48733" y="3081867"/>
            <a:ext cx="11260667" cy="3310466"/>
          </a:xfrm>
          <a:prstGeom prst="rect">
            <a:avLst/>
          </a:prstGeom>
        </p:spPr>
      </p:pic>
      <p:sp>
        <p:nvSpPr>
          <p:cNvPr id="9" name="Shape 5">
            <a:extLst>
              <a:ext uri="{FF2B5EF4-FFF2-40B4-BE49-F238E27FC236}">
                <a16:creationId xmlns:a16="http://schemas.microsoft.com/office/drawing/2014/main" id="{8906A09D-B10A-9A50-1CC7-7616EDB4E8D4}"/>
              </a:ext>
            </a:extLst>
          </p:cNvPr>
          <p:cNvSpPr/>
          <p:nvPr/>
        </p:nvSpPr>
        <p:spPr>
          <a:xfrm>
            <a:off x="1705076" y="2495444"/>
            <a:ext cx="1828800" cy="411480"/>
          </a:xfrm>
          <a:prstGeom prst="roundRect">
            <a:avLst>
              <a:gd name="adj" fmla="val 26667"/>
            </a:avLst>
          </a:prstGeom>
          <a:solidFill>
            <a:srgbClr val="2563EB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0" name="Text 6">
            <a:extLst>
              <a:ext uri="{FF2B5EF4-FFF2-40B4-BE49-F238E27FC236}">
                <a16:creationId xmlns:a16="http://schemas.microsoft.com/office/drawing/2014/main" id="{F69A5CB0-EC5A-12ED-6B1D-F8B2213D4A8E}"/>
              </a:ext>
            </a:extLst>
          </p:cNvPr>
          <p:cNvSpPr/>
          <p:nvPr/>
        </p:nvSpPr>
        <p:spPr>
          <a:xfrm>
            <a:off x="1705076" y="2495444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 err="1">
                <a:solidFill>
                  <a:srgbClr val="FFFFFF"/>
                </a:solidFill>
              </a:rPr>
              <a:t>Airbyte</a:t>
            </a:r>
            <a:endParaRPr lang="en-US" sz="1200" dirty="0"/>
          </a:p>
        </p:txBody>
      </p:sp>
      <p:sp>
        <p:nvSpPr>
          <p:cNvPr id="12" name="Text 8">
            <a:extLst>
              <a:ext uri="{FF2B5EF4-FFF2-40B4-BE49-F238E27FC236}">
                <a16:creationId xmlns:a16="http://schemas.microsoft.com/office/drawing/2014/main" id="{FF5101B1-43B4-333F-BF3E-755660DEE995}"/>
              </a:ext>
            </a:extLst>
          </p:cNvPr>
          <p:cNvSpPr/>
          <p:nvPr/>
        </p:nvSpPr>
        <p:spPr>
          <a:xfrm>
            <a:off x="3762476" y="2495444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MongoDB</a:t>
            </a:r>
            <a:endParaRPr lang="en-US" sz="1200" dirty="0"/>
          </a:p>
        </p:txBody>
      </p:sp>
      <p:sp>
        <p:nvSpPr>
          <p:cNvPr id="13" name="Shape 9">
            <a:extLst>
              <a:ext uri="{FF2B5EF4-FFF2-40B4-BE49-F238E27FC236}">
                <a16:creationId xmlns:a16="http://schemas.microsoft.com/office/drawing/2014/main" id="{06CD8C8F-B0CC-67AC-347D-D164238EDFB1}"/>
              </a:ext>
            </a:extLst>
          </p:cNvPr>
          <p:cNvSpPr/>
          <p:nvPr/>
        </p:nvSpPr>
        <p:spPr>
          <a:xfrm>
            <a:off x="5819876" y="2495444"/>
            <a:ext cx="1828800" cy="411480"/>
          </a:xfrm>
          <a:prstGeom prst="roundRect">
            <a:avLst>
              <a:gd name="adj" fmla="val 26667"/>
            </a:avLst>
          </a:prstGeom>
          <a:solidFill>
            <a:srgbClr val="2496ED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4" name="Text 10">
            <a:extLst>
              <a:ext uri="{FF2B5EF4-FFF2-40B4-BE49-F238E27FC236}">
                <a16:creationId xmlns:a16="http://schemas.microsoft.com/office/drawing/2014/main" id="{FA0F1F9C-CF71-8CEF-2184-C9097D5932A9}"/>
              </a:ext>
            </a:extLst>
          </p:cNvPr>
          <p:cNvSpPr/>
          <p:nvPr/>
        </p:nvSpPr>
        <p:spPr>
          <a:xfrm>
            <a:off x="5819876" y="2495444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PostgreSQL</a:t>
            </a:r>
            <a:endParaRPr lang="en-US" sz="1200" dirty="0"/>
          </a:p>
        </p:txBody>
      </p:sp>
      <p:sp>
        <p:nvSpPr>
          <p:cNvPr id="16" name="Text 12">
            <a:extLst>
              <a:ext uri="{FF2B5EF4-FFF2-40B4-BE49-F238E27FC236}">
                <a16:creationId xmlns:a16="http://schemas.microsoft.com/office/drawing/2014/main" id="{D5411994-A2F5-1A64-4D0F-610038279EAD}"/>
              </a:ext>
            </a:extLst>
          </p:cNvPr>
          <p:cNvSpPr/>
          <p:nvPr/>
        </p:nvSpPr>
        <p:spPr>
          <a:xfrm>
            <a:off x="7877276" y="2495444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Pytest</a:t>
            </a:r>
            <a:endParaRPr lang="en-US" sz="1200" dirty="0"/>
          </a:p>
        </p:txBody>
      </p:sp>
      <p:sp>
        <p:nvSpPr>
          <p:cNvPr id="5" name="Shape 11">
            <a:extLst>
              <a:ext uri="{FF2B5EF4-FFF2-40B4-BE49-F238E27FC236}">
                <a16:creationId xmlns:a16="http://schemas.microsoft.com/office/drawing/2014/main" id="{F4ABF44D-AF35-3FF3-5241-42BC10644812}"/>
              </a:ext>
            </a:extLst>
          </p:cNvPr>
          <p:cNvSpPr/>
          <p:nvPr/>
        </p:nvSpPr>
        <p:spPr>
          <a:xfrm>
            <a:off x="9911130" y="2495444"/>
            <a:ext cx="1828800" cy="411480"/>
          </a:xfrm>
          <a:prstGeom prst="roundRect">
            <a:avLst>
              <a:gd name="adj" fmla="val 26667"/>
            </a:avLst>
          </a:prstGeom>
          <a:solidFill>
            <a:srgbClr val="FFC000"/>
          </a:solidFill>
          <a:ln/>
        </p:spPr>
        <p:txBody>
          <a:bodyPr anchor="ctr"/>
          <a:lstStyle/>
          <a:p>
            <a:pPr algn="ctr"/>
            <a:r>
              <a:rPr lang="fr-FR" sz="1200" b="1" dirty="0">
                <a:solidFill>
                  <a:schemeClr val="bg1"/>
                </a:solidFill>
              </a:rPr>
              <a:t>AWS</a:t>
            </a:r>
          </a:p>
        </p:txBody>
      </p:sp>
    </p:spTree>
    <p:extLst>
      <p:ext uri="{BB962C8B-B14F-4D97-AF65-F5344CB8AC3E}">
        <p14:creationId xmlns:p14="http://schemas.microsoft.com/office/powerpoint/2010/main" val="247580555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90581BB-D273-2748-59E2-5B1D678D7E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Sommaire</a:t>
            </a:r>
          </a:p>
        </p:txBody>
      </p:sp>
      <p:graphicFrame>
        <p:nvGraphicFramePr>
          <p:cNvPr id="5" name="Espace réservé du contenu 4">
            <a:extLst>
              <a:ext uri="{FF2B5EF4-FFF2-40B4-BE49-F238E27FC236}">
                <a16:creationId xmlns:a16="http://schemas.microsoft.com/office/drawing/2014/main" id="{C0FBDBC2-024B-60B6-BEE4-9D4312913FE4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68638535"/>
              </p:ext>
            </p:extLst>
          </p:nvPr>
        </p:nvGraphicFramePr>
        <p:xfrm>
          <a:off x="581192" y="1985811"/>
          <a:ext cx="11348216" cy="480322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AFB99B3D-02B8-72CA-5973-9E0DC630CA8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05951" y="6423914"/>
            <a:ext cx="4004857" cy="365125"/>
          </a:xfrm>
        </p:spPr>
        <p:txBody>
          <a:bodyPr/>
          <a:lstStyle/>
          <a:p>
            <a:pPr rtl="0"/>
            <a:fld id="{22897033-9A55-4DAC-991D-1FF1921C78B7}" type="datetime1">
              <a:rPr lang="fr-FR" smtClean="0"/>
              <a:t>12/08/2026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9310107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Espace réservé du contenu 6">
            <a:extLst>
              <a:ext uri="{FF2B5EF4-FFF2-40B4-BE49-F238E27FC236}">
                <a16:creationId xmlns:a16="http://schemas.microsoft.com/office/drawing/2014/main" id="{E28E8F6D-02FF-3D2F-AC7C-9E6FA4F040E4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890522826"/>
              </p:ext>
            </p:extLst>
          </p:nvPr>
        </p:nvGraphicFramePr>
        <p:xfrm>
          <a:off x="1030794" y="833616"/>
          <a:ext cx="9503279" cy="6991889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2" name="Titre 1">
            <a:extLst>
              <a:ext uri="{FF2B5EF4-FFF2-40B4-BE49-F238E27FC236}">
                <a16:creationId xmlns:a16="http://schemas.microsoft.com/office/drawing/2014/main" id="{4D5943B5-2F35-F9C9-051D-7DF4E32126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1 - Contexte et objectif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73B45894-BF0A-B7E8-B359-57B63E483E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fld id="{22897033-9A55-4DAC-991D-1FF1921C78B7}" type="datetime1">
              <a:rPr lang="fr-FR" smtClean="0"/>
              <a:t>12/08/2026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0344821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3EF029E-C20D-FC80-6B16-21EC7B080C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188720"/>
          </a:xfrm>
        </p:spPr>
        <p:txBody>
          <a:bodyPr/>
          <a:lstStyle/>
          <a:p>
            <a:r>
              <a:rPr lang="fr-FR" dirty="0"/>
              <a:t>2 – Schéma architecture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B47D3905-5571-80C8-8D93-3691E4B98A9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05951" y="6423914"/>
            <a:ext cx="2844799" cy="365125"/>
          </a:xfrm>
        </p:spPr>
        <p:txBody>
          <a:bodyPr/>
          <a:lstStyle/>
          <a:p>
            <a:fld id="{22897033-9A55-4DAC-991D-1FF1921C78B7}" type="datetime1">
              <a:rPr lang="fr-FR" smtClean="0"/>
              <a:pPr/>
              <a:t>12/08/2026</a:t>
            </a:fld>
            <a:endParaRPr lang="en-US" dirty="0"/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FD819FEA-AFE2-7BF4-4D44-FE5C84681B2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6547" y="1890876"/>
            <a:ext cx="3305636" cy="48107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2526739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E84ED0F-FEE1-6287-7A99-C6369609A0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FF8198FF-71C4-B3E5-B262-91DC45AE635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86B69C16-A160-1EAA-9A69-2F3B43D1F0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fld id="{22897033-9A55-4DAC-991D-1FF1921C78B7}" type="datetime1">
              <a:rPr lang="fr-FR" smtClean="0"/>
              <a:t>12/08/2026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1542179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20B783-63D9-3C4F-1F97-BE5BE40163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6BF35D9-8257-67C7-C72D-30B59F7C2E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7. Réplication des données</a:t>
            </a:r>
            <a:br>
              <a:rPr lang="fr-FR" dirty="0"/>
            </a:br>
            <a:r>
              <a:rPr lang="fr-FR" sz="1800" dirty="0"/>
              <a:t>architecture de la base de données</a:t>
            </a:r>
            <a:endParaRPr lang="fr-FR" dirty="0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C177BC59-B90E-E8AE-2FDE-E908760E8D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fld id="{22897033-9A55-4DAC-991D-1FF1921C78B7}" type="datetime1">
              <a:rPr lang="fr-FR" smtClean="0"/>
              <a:t>12/08/2026</a:t>
            </a:fld>
            <a:endParaRPr lang="en-US" dirty="0"/>
          </a:p>
        </p:txBody>
      </p:sp>
      <p:sp>
        <p:nvSpPr>
          <p:cNvPr id="5" name="Rectangle : coins arrondis 4">
            <a:extLst>
              <a:ext uri="{FF2B5EF4-FFF2-40B4-BE49-F238E27FC236}">
                <a16:creationId xmlns:a16="http://schemas.microsoft.com/office/drawing/2014/main" id="{C289E735-92AC-B858-5782-A5468B24A706}"/>
              </a:ext>
            </a:extLst>
          </p:cNvPr>
          <p:cNvSpPr/>
          <p:nvPr/>
        </p:nvSpPr>
        <p:spPr>
          <a:xfrm>
            <a:off x="3259666" y="2726528"/>
            <a:ext cx="1845734" cy="1083734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Serveur Primaire</a:t>
            </a:r>
          </a:p>
          <a:p>
            <a:pPr algn="ctr"/>
            <a:r>
              <a:rPr lang="fr-FR" dirty="0"/>
              <a:t>(MongoDB)</a:t>
            </a:r>
          </a:p>
        </p:txBody>
      </p:sp>
      <p:sp>
        <p:nvSpPr>
          <p:cNvPr id="6" name="Rectangle : coins arrondis 5">
            <a:extLst>
              <a:ext uri="{FF2B5EF4-FFF2-40B4-BE49-F238E27FC236}">
                <a16:creationId xmlns:a16="http://schemas.microsoft.com/office/drawing/2014/main" id="{9CB8EC2A-0C81-870B-F4A0-D99424B878C1}"/>
              </a:ext>
            </a:extLst>
          </p:cNvPr>
          <p:cNvSpPr/>
          <p:nvPr/>
        </p:nvSpPr>
        <p:spPr>
          <a:xfrm>
            <a:off x="7428254" y="2726528"/>
            <a:ext cx="1845734" cy="1083734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Outil BI</a:t>
            </a:r>
          </a:p>
        </p:txBody>
      </p:sp>
      <p:sp>
        <p:nvSpPr>
          <p:cNvPr id="7" name="Rectangle : coins arrondis 6">
            <a:extLst>
              <a:ext uri="{FF2B5EF4-FFF2-40B4-BE49-F238E27FC236}">
                <a16:creationId xmlns:a16="http://schemas.microsoft.com/office/drawing/2014/main" id="{92857602-5C8A-BD67-8E8C-B67AA51BD817}"/>
              </a:ext>
            </a:extLst>
          </p:cNvPr>
          <p:cNvSpPr/>
          <p:nvPr/>
        </p:nvSpPr>
        <p:spPr>
          <a:xfrm>
            <a:off x="810806" y="4755802"/>
            <a:ext cx="1845734" cy="1083734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Serveur secondaire 1 (MongoDB)</a:t>
            </a:r>
          </a:p>
        </p:txBody>
      </p:sp>
      <p:sp>
        <p:nvSpPr>
          <p:cNvPr id="8" name="Rectangle : coins arrondis 7">
            <a:extLst>
              <a:ext uri="{FF2B5EF4-FFF2-40B4-BE49-F238E27FC236}">
                <a16:creationId xmlns:a16="http://schemas.microsoft.com/office/drawing/2014/main" id="{2BCA39A0-2C1D-E1C4-795E-0EFCBC17F2C8}"/>
              </a:ext>
            </a:extLst>
          </p:cNvPr>
          <p:cNvSpPr/>
          <p:nvPr/>
        </p:nvSpPr>
        <p:spPr>
          <a:xfrm>
            <a:off x="3475565" y="4749792"/>
            <a:ext cx="1845734" cy="1083734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Serveur secondaire 2 (MongoDB)</a:t>
            </a:r>
          </a:p>
        </p:txBody>
      </p:sp>
      <p:cxnSp>
        <p:nvCxnSpPr>
          <p:cNvPr id="10" name="Connecteur droit avec flèche 9">
            <a:extLst>
              <a:ext uri="{FF2B5EF4-FFF2-40B4-BE49-F238E27FC236}">
                <a16:creationId xmlns:a16="http://schemas.microsoft.com/office/drawing/2014/main" id="{8C0B2301-AFA1-A3E5-0A47-3A3670F844D4}"/>
              </a:ext>
            </a:extLst>
          </p:cNvPr>
          <p:cNvCxnSpPr>
            <a:stCxn id="5" idx="2"/>
            <a:endCxn id="7" idx="0"/>
          </p:cNvCxnSpPr>
          <p:nvPr/>
        </p:nvCxnSpPr>
        <p:spPr>
          <a:xfrm flipH="1">
            <a:off x="1733673" y="3810262"/>
            <a:ext cx="2448860" cy="94554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Connecteur droit avec flèche 10">
            <a:extLst>
              <a:ext uri="{FF2B5EF4-FFF2-40B4-BE49-F238E27FC236}">
                <a16:creationId xmlns:a16="http://schemas.microsoft.com/office/drawing/2014/main" id="{4CC3D96B-2524-9F2C-2E35-FC39E2413B9A}"/>
              </a:ext>
            </a:extLst>
          </p:cNvPr>
          <p:cNvCxnSpPr>
            <a:cxnSpLocks/>
            <a:stCxn id="5" idx="2"/>
            <a:endCxn id="8" idx="0"/>
          </p:cNvCxnSpPr>
          <p:nvPr/>
        </p:nvCxnSpPr>
        <p:spPr>
          <a:xfrm>
            <a:off x="4182533" y="3810262"/>
            <a:ext cx="215899" cy="93953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Connecteur droit avec flèche 13">
            <a:extLst>
              <a:ext uri="{FF2B5EF4-FFF2-40B4-BE49-F238E27FC236}">
                <a16:creationId xmlns:a16="http://schemas.microsoft.com/office/drawing/2014/main" id="{2BD6647D-C911-B216-49ED-41B5C13B9C83}"/>
              </a:ext>
            </a:extLst>
          </p:cNvPr>
          <p:cNvCxnSpPr>
            <a:cxnSpLocks/>
            <a:stCxn id="5" idx="3"/>
            <a:endCxn id="6" idx="1"/>
          </p:cNvCxnSpPr>
          <p:nvPr/>
        </p:nvCxnSpPr>
        <p:spPr>
          <a:xfrm>
            <a:off x="5105400" y="3268395"/>
            <a:ext cx="2322854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ZoneTexte 16">
            <a:extLst>
              <a:ext uri="{FF2B5EF4-FFF2-40B4-BE49-F238E27FC236}">
                <a16:creationId xmlns:a16="http://schemas.microsoft.com/office/drawing/2014/main" id="{2DDECD21-D841-E227-F633-0C5710EAC28D}"/>
              </a:ext>
            </a:extLst>
          </p:cNvPr>
          <p:cNvSpPr txBox="1"/>
          <p:nvPr/>
        </p:nvSpPr>
        <p:spPr>
          <a:xfrm>
            <a:off x="2582333" y="4362794"/>
            <a:ext cx="135466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400" dirty="0"/>
              <a:t>réplication</a:t>
            </a:r>
          </a:p>
        </p:txBody>
      </p:sp>
      <p:sp>
        <p:nvSpPr>
          <p:cNvPr id="18" name="ZoneTexte 17">
            <a:extLst>
              <a:ext uri="{FF2B5EF4-FFF2-40B4-BE49-F238E27FC236}">
                <a16:creationId xmlns:a16="http://schemas.microsoft.com/office/drawing/2014/main" id="{3CA9D9E9-649C-3BA2-71CB-333A761B1904}"/>
              </a:ext>
            </a:extLst>
          </p:cNvPr>
          <p:cNvSpPr txBox="1"/>
          <p:nvPr/>
        </p:nvSpPr>
        <p:spPr>
          <a:xfrm>
            <a:off x="4330823" y="4307532"/>
            <a:ext cx="135466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400" dirty="0"/>
              <a:t>réplication</a:t>
            </a:r>
          </a:p>
        </p:txBody>
      </p:sp>
      <p:sp>
        <p:nvSpPr>
          <p:cNvPr id="19" name="ZoneTexte 18">
            <a:extLst>
              <a:ext uri="{FF2B5EF4-FFF2-40B4-BE49-F238E27FC236}">
                <a16:creationId xmlns:a16="http://schemas.microsoft.com/office/drawing/2014/main" id="{EF0E01BC-F91E-FB79-8FFE-4C065074C25B}"/>
              </a:ext>
            </a:extLst>
          </p:cNvPr>
          <p:cNvSpPr txBox="1"/>
          <p:nvPr/>
        </p:nvSpPr>
        <p:spPr>
          <a:xfrm>
            <a:off x="5418667" y="2962370"/>
            <a:ext cx="135466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400" dirty="0"/>
              <a:t>lecture</a:t>
            </a:r>
          </a:p>
        </p:txBody>
      </p:sp>
      <p:sp>
        <p:nvSpPr>
          <p:cNvPr id="20" name="Rectangle : coins arrondis 19">
            <a:extLst>
              <a:ext uri="{FF2B5EF4-FFF2-40B4-BE49-F238E27FC236}">
                <a16:creationId xmlns:a16="http://schemas.microsoft.com/office/drawing/2014/main" id="{4EDC755B-B800-4C49-671D-F6457FEF35E6}"/>
              </a:ext>
            </a:extLst>
          </p:cNvPr>
          <p:cNvSpPr/>
          <p:nvPr/>
        </p:nvSpPr>
        <p:spPr>
          <a:xfrm>
            <a:off x="491065" y="2726528"/>
            <a:ext cx="1845734" cy="1083734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Driver</a:t>
            </a:r>
          </a:p>
        </p:txBody>
      </p:sp>
      <p:cxnSp>
        <p:nvCxnSpPr>
          <p:cNvPr id="21" name="Connecteur droit avec flèche 20">
            <a:extLst>
              <a:ext uri="{FF2B5EF4-FFF2-40B4-BE49-F238E27FC236}">
                <a16:creationId xmlns:a16="http://schemas.microsoft.com/office/drawing/2014/main" id="{05A232EE-39AA-39BD-41FE-38178A8453EF}"/>
              </a:ext>
            </a:extLst>
          </p:cNvPr>
          <p:cNvCxnSpPr>
            <a:cxnSpLocks/>
            <a:endCxn id="5" idx="1"/>
          </p:cNvCxnSpPr>
          <p:nvPr/>
        </p:nvCxnSpPr>
        <p:spPr>
          <a:xfrm>
            <a:off x="2336799" y="3268395"/>
            <a:ext cx="922867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ZoneTexte 22">
            <a:extLst>
              <a:ext uri="{FF2B5EF4-FFF2-40B4-BE49-F238E27FC236}">
                <a16:creationId xmlns:a16="http://schemas.microsoft.com/office/drawing/2014/main" id="{2C471F2C-E4A2-3BC9-5543-94E1156D08DF}"/>
              </a:ext>
            </a:extLst>
          </p:cNvPr>
          <p:cNvSpPr txBox="1"/>
          <p:nvPr/>
        </p:nvSpPr>
        <p:spPr>
          <a:xfrm>
            <a:off x="2336800" y="2751185"/>
            <a:ext cx="135466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400" dirty="0"/>
              <a:t>Lecture</a:t>
            </a:r>
          </a:p>
          <a:p>
            <a:r>
              <a:rPr lang="fr-FR" sz="1400" dirty="0"/>
              <a:t>écriture</a:t>
            </a:r>
          </a:p>
        </p:txBody>
      </p:sp>
      <p:sp>
        <p:nvSpPr>
          <p:cNvPr id="12" name="Rectangle : coins arrondis 11">
            <a:extLst>
              <a:ext uri="{FF2B5EF4-FFF2-40B4-BE49-F238E27FC236}">
                <a16:creationId xmlns:a16="http://schemas.microsoft.com/office/drawing/2014/main" id="{01391296-D77B-A72D-BEE4-1265EE123036}"/>
              </a:ext>
            </a:extLst>
          </p:cNvPr>
          <p:cNvSpPr/>
          <p:nvPr/>
        </p:nvSpPr>
        <p:spPr>
          <a:xfrm>
            <a:off x="5947836" y="4749792"/>
            <a:ext cx="1845734" cy="1083734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Serveur arbitre</a:t>
            </a:r>
          </a:p>
        </p:txBody>
      </p:sp>
      <p:cxnSp>
        <p:nvCxnSpPr>
          <p:cNvPr id="16" name="Connecteur : en angle 15">
            <a:extLst>
              <a:ext uri="{FF2B5EF4-FFF2-40B4-BE49-F238E27FC236}">
                <a16:creationId xmlns:a16="http://schemas.microsoft.com/office/drawing/2014/main" id="{1691C446-C4AB-343C-584A-F93BF6CED243}"/>
              </a:ext>
            </a:extLst>
          </p:cNvPr>
          <p:cNvCxnSpPr>
            <a:cxnSpLocks/>
            <a:stCxn id="12" idx="0"/>
          </p:cNvCxnSpPr>
          <p:nvPr/>
        </p:nvCxnSpPr>
        <p:spPr>
          <a:xfrm rot="16200000" flipV="1">
            <a:off x="5400366" y="3279455"/>
            <a:ext cx="1175371" cy="1765304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Connecteur : en angle 25">
            <a:extLst>
              <a:ext uri="{FF2B5EF4-FFF2-40B4-BE49-F238E27FC236}">
                <a16:creationId xmlns:a16="http://schemas.microsoft.com/office/drawing/2014/main" id="{F5C68CF9-367B-AA54-F65F-965BA44FD4AC}"/>
              </a:ext>
            </a:extLst>
          </p:cNvPr>
          <p:cNvCxnSpPr>
            <a:cxnSpLocks/>
            <a:stCxn id="12" idx="2"/>
            <a:endCxn id="7" idx="2"/>
          </p:cNvCxnSpPr>
          <p:nvPr/>
        </p:nvCxnSpPr>
        <p:spPr>
          <a:xfrm rot="5400000">
            <a:off x="4299183" y="3268016"/>
            <a:ext cx="6010" cy="5137030"/>
          </a:xfrm>
          <a:prstGeom prst="bentConnector3">
            <a:avLst>
              <a:gd name="adj1" fmla="val 7185241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Connecteur droit avec flèche 27">
            <a:extLst>
              <a:ext uri="{FF2B5EF4-FFF2-40B4-BE49-F238E27FC236}">
                <a16:creationId xmlns:a16="http://schemas.microsoft.com/office/drawing/2014/main" id="{4CBA21BC-2EF8-F444-1022-62FB7A69736C}"/>
              </a:ext>
            </a:extLst>
          </p:cNvPr>
          <p:cNvCxnSpPr>
            <a:cxnSpLocks/>
            <a:stCxn id="12" idx="1"/>
            <a:endCxn id="8" idx="3"/>
          </p:cNvCxnSpPr>
          <p:nvPr/>
        </p:nvCxnSpPr>
        <p:spPr>
          <a:xfrm flipH="1">
            <a:off x="5321299" y="5291659"/>
            <a:ext cx="626537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0303904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8EA76E-7D6F-3FA0-767A-8C91F13BAC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5E0D19F-0717-29FB-0AFD-6144C1F532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7. Réplication des données</a:t>
            </a:r>
            <a:br>
              <a:rPr lang="fr-FR" dirty="0"/>
            </a:br>
            <a:r>
              <a:rPr lang="fr-FR" sz="1800" dirty="0"/>
              <a:t>Processus pour répliquer</a:t>
            </a:r>
            <a:endParaRPr lang="fr-FR" dirty="0"/>
          </a:p>
        </p:txBody>
      </p:sp>
      <p:graphicFrame>
        <p:nvGraphicFramePr>
          <p:cNvPr id="5" name="Espace réservé du contenu 4">
            <a:extLst>
              <a:ext uri="{FF2B5EF4-FFF2-40B4-BE49-F238E27FC236}">
                <a16:creationId xmlns:a16="http://schemas.microsoft.com/office/drawing/2014/main" id="{6BC3CFD3-3550-692F-424F-EA419A15366F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68168728"/>
              </p:ext>
            </p:extLst>
          </p:nvPr>
        </p:nvGraphicFramePr>
        <p:xfrm>
          <a:off x="580858" y="2039556"/>
          <a:ext cx="11029950" cy="4272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76650">
                  <a:extLst>
                    <a:ext uri="{9D8B030D-6E8A-4147-A177-3AD203B41FA5}">
                      <a16:colId xmlns:a16="http://schemas.microsoft.com/office/drawing/2014/main" val="4223413128"/>
                    </a:ext>
                  </a:extLst>
                </a:gridCol>
                <a:gridCol w="5411425">
                  <a:extLst>
                    <a:ext uri="{9D8B030D-6E8A-4147-A177-3AD203B41FA5}">
                      <a16:colId xmlns:a16="http://schemas.microsoft.com/office/drawing/2014/main" val="256063923"/>
                    </a:ext>
                  </a:extLst>
                </a:gridCol>
                <a:gridCol w="1941875">
                  <a:extLst>
                    <a:ext uri="{9D8B030D-6E8A-4147-A177-3AD203B41FA5}">
                      <a16:colId xmlns:a16="http://schemas.microsoft.com/office/drawing/2014/main" val="306467285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fr-FR" dirty="0"/>
                        <a:t>Etapes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8701484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fr-FR" dirty="0"/>
                        <a:t>Création des répertoires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 err="1"/>
                        <a:t>mkdir</a:t>
                      </a:r>
                      <a:r>
                        <a:rPr lang="fr-FR" sz="1400" dirty="0"/>
                        <a:t> "C:\Users\sebas\Documents\cours </a:t>
                      </a:r>
                      <a:r>
                        <a:rPr lang="fr-FR" sz="1400" dirty="0" err="1"/>
                        <a:t>Openclassrooms</a:t>
                      </a:r>
                      <a:r>
                        <a:rPr lang="fr-FR" sz="1400" dirty="0"/>
                        <a:t>\Data </a:t>
                      </a:r>
                      <a:r>
                        <a:rPr lang="fr-FR" sz="1400" dirty="0" err="1"/>
                        <a:t>Engineer</a:t>
                      </a:r>
                      <a:r>
                        <a:rPr lang="fr-FR" sz="1400" dirty="0"/>
                        <a:t>\projet 7\_data\R0S1"  (</a:t>
                      </a:r>
                      <a:r>
                        <a:rPr lang="fr-FR" sz="1400" dirty="0" err="1"/>
                        <a:t>ReplicatSet</a:t>
                      </a:r>
                      <a:r>
                        <a:rPr lang="fr-FR" sz="1400" dirty="0"/>
                        <a:t> 0 / Serveur 1)</a:t>
                      </a:r>
                    </a:p>
                    <a:p>
                      <a:endParaRPr lang="fr-FR" sz="1400" dirty="0"/>
                    </a:p>
                    <a:p>
                      <a:r>
                        <a:rPr lang="fr-FR" sz="1400" dirty="0" err="1"/>
                        <a:t>mkdir</a:t>
                      </a:r>
                      <a:r>
                        <a:rPr lang="fr-FR" sz="1400" dirty="0"/>
                        <a:t> "C:\Users\sebas\Documents\cours </a:t>
                      </a:r>
                      <a:r>
                        <a:rPr lang="fr-FR" sz="1400" dirty="0" err="1"/>
                        <a:t>Openclassrooms</a:t>
                      </a:r>
                      <a:r>
                        <a:rPr lang="fr-FR" sz="1400" dirty="0"/>
                        <a:t>\Data </a:t>
                      </a:r>
                      <a:r>
                        <a:rPr lang="fr-FR" sz="1400" dirty="0" err="1"/>
                        <a:t>Engineer</a:t>
                      </a:r>
                      <a:r>
                        <a:rPr lang="fr-FR" sz="1400" dirty="0"/>
                        <a:t>\projet 7\_data\R0S2" (</a:t>
                      </a:r>
                      <a:r>
                        <a:rPr lang="fr-FR" sz="1400" dirty="0" err="1"/>
                        <a:t>ReplicatSet</a:t>
                      </a:r>
                      <a:r>
                        <a:rPr lang="fr-FR" sz="1400" dirty="0"/>
                        <a:t> 0 / Serveur 2)</a:t>
                      </a:r>
                    </a:p>
                    <a:p>
                      <a:endParaRPr lang="fr-FR" sz="1400" dirty="0"/>
                    </a:p>
                    <a:p>
                      <a:r>
                        <a:rPr lang="fr-FR" sz="1400" dirty="0" err="1"/>
                        <a:t>mkdir</a:t>
                      </a:r>
                      <a:r>
                        <a:rPr lang="fr-FR" sz="1400" dirty="0"/>
                        <a:t> "C:\Users\sebas\Documents\cours </a:t>
                      </a:r>
                      <a:r>
                        <a:rPr lang="fr-FR" sz="1400" dirty="0" err="1"/>
                        <a:t>Openclassrooms</a:t>
                      </a:r>
                      <a:r>
                        <a:rPr lang="fr-FR" sz="1400" dirty="0"/>
                        <a:t>\Data </a:t>
                      </a:r>
                      <a:r>
                        <a:rPr lang="fr-FR" sz="1400" dirty="0" err="1"/>
                        <a:t>Engineer</a:t>
                      </a:r>
                      <a:r>
                        <a:rPr lang="fr-FR" sz="1400" dirty="0"/>
                        <a:t>\projet 7\_data\R0S3" (</a:t>
                      </a:r>
                      <a:r>
                        <a:rPr lang="fr-FR" sz="1400" dirty="0" err="1"/>
                        <a:t>ReplicatSet</a:t>
                      </a:r>
                      <a:r>
                        <a:rPr lang="fr-FR" sz="1400" dirty="0"/>
                        <a:t> 0 / Serveur 3)</a:t>
                      </a:r>
                    </a:p>
                    <a:p>
                      <a:endParaRPr lang="fr-FR" sz="1400" dirty="0"/>
                    </a:p>
                    <a:p>
                      <a:r>
                        <a:rPr lang="fr-FR" sz="1400" dirty="0" err="1"/>
                        <a:t>mkdir</a:t>
                      </a:r>
                      <a:r>
                        <a:rPr lang="fr-FR" sz="1400" dirty="0"/>
                        <a:t> "C:\Users\sebas\Documents\cours </a:t>
                      </a:r>
                      <a:r>
                        <a:rPr lang="fr-FR" sz="1400" dirty="0" err="1"/>
                        <a:t>Openclassrooms</a:t>
                      </a:r>
                      <a:r>
                        <a:rPr lang="fr-FR" sz="1400" dirty="0"/>
                        <a:t>\Data </a:t>
                      </a:r>
                      <a:r>
                        <a:rPr lang="fr-FR" sz="1400" dirty="0" err="1"/>
                        <a:t>Engineer</a:t>
                      </a:r>
                      <a:r>
                        <a:rPr lang="fr-FR" sz="1400" dirty="0"/>
                        <a:t>\projet 7\_data\arbiter_R0"</a:t>
                      </a:r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/>
                        <a:t>Opérations à faire dans l’invite de commande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92532797"/>
                  </a:ext>
                </a:extLst>
              </a:tr>
              <a:tr h="370840">
                <a:tc rowSpan="2">
                  <a:txBody>
                    <a:bodyPr/>
                    <a:lstStyle/>
                    <a:p>
                      <a:r>
                        <a:rPr lang="fr-FR" dirty="0"/>
                        <a:t>Lancement serveur 1 primaire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mongod</a:t>
                      </a:r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--</a:t>
                      </a:r>
                      <a:r>
                        <a:rPr lang="en-US" sz="140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replSet</a:t>
                      </a:r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rs0 --port 27019 --</a:t>
                      </a:r>
                      <a:r>
                        <a:rPr lang="en-US" sz="140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dbpath</a:t>
                      </a:r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"C:\Users\sebas\Documents\cours </a:t>
                      </a:r>
                      <a:r>
                        <a:rPr lang="en-US" sz="140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Openclassrooms</a:t>
                      </a:r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\Data Engineer\</a:t>
                      </a:r>
                      <a:r>
                        <a:rPr lang="en-US" sz="140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projet</a:t>
                      </a:r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7\_data\R0S1"</a:t>
                      </a:r>
                    </a:p>
                    <a:p>
                      <a:endParaRPr lang="fr-FR" sz="14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dirty="0"/>
                        <a:t>Opération à faire dans l’invite de commande. Ne pas fermer la fenêtre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4556585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/>
                        <a:t>Lancement du </a:t>
                      </a:r>
                      <a:r>
                        <a:rPr lang="fr-FR" sz="1400" dirty="0" err="1"/>
                        <a:t>shell</a:t>
                      </a:r>
                      <a:r>
                        <a:rPr lang="fr-FR" sz="1400" dirty="0"/>
                        <a:t> MongoDB:</a:t>
                      </a:r>
                    </a:p>
                    <a:p>
                      <a:r>
                        <a:rPr lang="fr-FR" sz="1400" dirty="0" err="1"/>
                        <a:t>mongosh</a:t>
                      </a:r>
                      <a:r>
                        <a:rPr lang="fr-FR" sz="1400" dirty="0"/>
                        <a:t> --port 27019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/>
                        <a:t>Dans une autre fenêtre invite de commande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20162979"/>
                  </a:ext>
                </a:extLst>
              </a:tr>
            </a:tbl>
          </a:graphicData>
        </a:graphic>
      </p:graphicFrame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9773433B-58AC-4918-B5EF-CF9A050253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fld id="{22897033-9A55-4DAC-991D-1FF1921C78B7}" type="datetime1">
              <a:rPr lang="fr-FR" smtClean="0"/>
              <a:t>12/08/2026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0414255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C5D781D-3EDC-7669-0868-1E6B38268B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8. Duplication des données</a:t>
            </a:r>
            <a:br>
              <a:rPr lang="fr-FR" dirty="0"/>
            </a:br>
            <a:r>
              <a:rPr lang="fr-FR" sz="1800" dirty="0"/>
              <a:t>architecture duplication</a:t>
            </a:r>
            <a:endParaRPr lang="fr-FR" dirty="0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42F905F2-2592-0342-F214-78149512A0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fld id="{22897033-9A55-4DAC-991D-1FF1921C78B7}" type="datetime1">
              <a:rPr lang="fr-FR" smtClean="0"/>
              <a:t>12/08/2026</a:t>
            </a:fld>
            <a:endParaRPr lang="en-US" dirty="0"/>
          </a:p>
        </p:txBody>
      </p:sp>
      <p:sp>
        <p:nvSpPr>
          <p:cNvPr id="5" name="Rectangle : coins arrondis 4">
            <a:extLst>
              <a:ext uri="{FF2B5EF4-FFF2-40B4-BE49-F238E27FC236}">
                <a16:creationId xmlns:a16="http://schemas.microsoft.com/office/drawing/2014/main" id="{54BF5C67-2C22-9BFB-CA48-D40EE3640B97}"/>
              </a:ext>
            </a:extLst>
          </p:cNvPr>
          <p:cNvSpPr/>
          <p:nvPr/>
        </p:nvSpPr>
        <p:spPr>
          <a:xfrm>
            <a:off x="3259666" y="2726528"/>
            <a:ext cx="1845734" cy="1083734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Routeur mongos</a:t>
            </a:r>
          </a:p>
        </p:txBody>
      </p:sp>
      <p:sp>
        <p:nvSpPr>
          <p:cNvPr id="6" name="Rectangle : coins arrondis 5">
            <a:extLst>
              <a:ext uri="{FF2B5EF4-FFF2-40B4-BE49-F238E27FC236}">
                <a16:creationId xmlns:a16="http://schemas.microsoft.com/office/drawing/2014/main" id="{797309BD-1E41-A742-6CC1-B723BEABFC02}"/>
              </a:ext>
            </a:extLst>
          </p:cNvPr>
          <p:cNvSpPr/>
          <p:nvPr/>
        </p:nvSpPr>
        <p:spPr>
          <a:xfrm>
            <a:off x="7428254" y="2726528"/>
            <a:ext cx="1845734" cy="1083734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Outil BI</a:t>
            </a:r>
          </a:p>
        </p:txBody>
      </p:sp>
      <p:sp>
        <p:nvSpPr>
          <p:cNvPr id="7" name="Rectangle : coins arrondis 6">
            <a:extLst>
              <a:ext uri="{FF2B5EF4-FFF2-40B4-BE49-F238E27FC236}">
                <a16:creationId xmlns:a16="http://schemas.microsoft.com/office/drawing/2014/main" id="{07ED84AB-CD40-9206-ED37-CD7A94F09DBD}"/>
              </a:ext>
            </a:extLst>
          </p:cNvPr>
          <p:cNvSpPr/>
          <p:nvPr/>
        </p:nvSpPr>
        <p:spPr>
          <a:xfrm>
            <a:off x="810806" y="4755801"/>
            <a:ext cx="2592794" cy="1668109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 err="1"/>
              <a:t>Shard</a:t>
            </a:r>
            <a:r>
              <a:rPr lang="fr-FR" dirty="0"/>
              <a:t> Paris –rs0</a:t>
            </a:r>
          </a:p>
          <a:p>
            <a:pPr algn="ctr"/>
            <a:r>
              <a:rPr lang="fr-FR" dirty="0"/>
              <a:t>(</a:t>
            </a:r>
            <a:r>
              <a:rPr lang="fr-FR" dirty="0" err="1"/>
              <a:t>ReplicaSet</a:t>
            </a:r>
            <a:r>
              <a:rPr lang="fr-FR" dirty="0"/>
              <a:t>)</a:t>
            </a:r>
          </a:p>
          <a:p>
            <a:pPr algn="ctr"/>
            <a:endParaRPr lang="fr-FR" dirty="0"/>
          </a:p>
          <a:p>
            <a:pPr algn="ctr"/>
            <a:r>
              <a:rPr lang="fr-FR" dirty="0" err="1"/>
              <a:t>property_city</a:t>
            </a:r>
            <a:r>
              <a:rPr lang="fr-FR" dirty="0"/>
              <a:t> = "Paris"</a:t>
            </a:r>
          </a:p>
        </p:txBody>
      </p:sp>
      <p:sp>
        <p:nvSpPr>
          <p:cNvPr id="8" name="Rectangle : coins arrondis 7">
            <a:extLst>
              <a:ext uri="{FF2B5EF4-FFF2-40B4-BE49-F238E27FC236}">
                <a16:creationId xmlns:a16="http://schemas.microsoft.com/office/drawing/2014/main" id="{8D3A9836-5704-6F41-4A64-008BDD966AEB}"/>
              </a:ext>
            </a:extLst>
          </p:cNvPr>
          <p:cNvSpPr/>
          <p:nvPr/>
        </p:nvSpPr>
        <p:spPr>
          <a:xfrm>
            <a:off x="4730748" y="4749789"/>
            <a:ext cx="2730502" cy="176954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 err="1"/>
              <a:t>Shard</a:t>
            </a:r>
            <a:r>
              <a:rPr lang="fr-FR" dirty="0"/>
              <a:t> Lyon –</a:t>
            </a:r>
            <a:r>
              <a:rPr lang="fr-FR" dirty="0" err="1"/>
              <a:t>lyonRS</a:t>
            </a:r>
            <a:endParaRPr lang="fr-FR" dirty="0"/>
          </a:p>
          <a:p>
            <a:pPr algn="ctr"/>
            <a:r>
              <a:rPr lang="fr-FR" dirty="0"/>
              <a:t>(</a:t>
            </a:r>
            <a:r>
              <a:rPr lang="fr-FR" dirty="0" err="1"/>
              <a:t>ReplicaSet</a:t>
            </a:r>
            <a:r>
              <a:rPr lang="fr-FR" dirty="0"/>
              <a:t>)</a:t>
            </a:r>
          </a:p>
          <a:p>
            <a:pPr algn="ctr"/>
            <a:endParaRPr lang="fr-FR" dirty="0"/>
          </a:p>
          <a:p>
            <a:pPr algn="ctr"/>
            <a:r>
              <a:rPr lang="fr-FR" dirty="0" err="1"/>
              <a:t>property_city</a:t>
            </a:r>
            <a:r>
              <a:rPr lang="fr-FR" dirty="0"/>
              <a:t> = "Lyon"</a:t>
            </a:r>
          </a:p>
        </p:txBody>
      </p:sp>
      <p:cxnSp>
        <p:nvCxnSpPr>
          <p:cNvPr id="11" name="Connecteur droit avec flèche 10">
            <a:extLst>
              <a:ext uri="{FF2B5EF4-FFF2-40B4-BE49-F238E27FC236}">
                <a16:creationId xmlns:a16="http://schemas.microsoft.com/office/drawing/2014/main" id="{2989735D-50A1-C11B-41EE-64B730D52BF3}"/>
              </a:ext>
            </a:extLst>
          </p:cNvPr>
          <p:cNvCxnSpPr>
            <a:cxnSpLocks/>
            <a:stCxn id="6" idx="1"/>
            <a:endCxn id="5" idx="3"/>
          </p:cNvCxnSpPr>
          <p:nvPr/>
        </p:nvCxnSpPr>
        <p:spPr>
          <a:xfrm flipH="1">
            <a:off x="5105400" y="3268395"/>
            <a:ext cx="2322854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ZoneTexte 13">
            <a:extLst>
              <a:ext uri="{FF2B5EF4-FFF2-40B4-BE49-F238E27FC236}">
                <a16:creationId xmlns:a16="http://schemas.microsoft.com/office/drawing/2014/main" id="{98143598-8AA4-E343-34C1-4A1BB820A2EA}"/>
              </a:ext>
            </a:extLst>
          </p:cNvPr>
          <p:cNvSpPr txBox="1"/>
          <p:nvPr/>
        </p:nvSpPr>
        <p:spPr>
          <a:xfrm>
            <a:off x="5418667" y="2962370"/>
            <a:ext cx="135466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400" dirty="0"/>
              <a:t>lecture</a:t>
            </a:r>
          </a:p>
        </p:txBody>
      </p:sp>
      <p:sp>
        <p:nvSpPr>
          <p:cNvPr id="15" name="Rectangle : coins arrondis 14">
            <a:extLst>
              <a:ext uri="{FF2B5EF4-FFF2-40B4-BE49-F238E27FC236}">
                <a16:creationId xmlns:a16="http://schemas.microsoft.com/office/drawing/2014/main" id="{3473B3AB-7AED-904D-BECE-45968E59159D}"/>
              </a:ext>
            </a:extLst>
          </p:cNvPr>
          <p:cNvSpPr/>
          <p:nvPr/>
        </p:nvSpPr>
        <p:spPr>
          <a:xfrm>
            <a:off x="491065" y="2726528"/>
            <a:ext cx="1845734" cy="1083734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Config server</a:t>
            </a:r>
          </a:p>
          <a:p>
            <a:pPr algn="ctr"/>
            <a:r>
              <a:rPr lang="fr-FR" dirty="0"/>
              <a:t>(cluster)</a:t>
            </a:r>
          </a:p>
        </p:txBody>
      </p:sp>
      <p:cxnSp>
        <p:nvCxnSpPr>
          <p:cNvPr id="16" name="Connecteur droit avec flèche 15">
            <a:extLst>
              <a:ext uri="{FF2B5EF4-FFF2-40B4-BE49-F238E27FC236}">
                <a16:creationId xmlns:a16="http://schemas.microsoft.com/office/drawing/2014/main" id="{72DD81CB-DF2C-A924-4CE0-996A342B447A}"/>
              </a:ext>
            </a:extLst>
          </p:cNvPr>
          <p:cNvCxnSpPr>
            <a:cxnSpLocks/>
            <a:endCxn id="5" idx="1"/>
          </p:cNvCxnSpPr>
          <p:nvPr/>
        </p:nvCxnSpPr>
        <p:spPr>
          <a:xfrm>
            <a:off x="2336799" y="3268395"/>
            <a:ext cx="922867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ZoneTexte 16">
            <a:extLst>
              <a:ext uri="{FF2B5EF4-FFF2-40B4-BE49-F238E27FC236}">
                <a16:creationId xmlns:a16="http://schemas.microsoft.com/office/drawing/2014/main" id="{CC73E5F6-CE9D-E55B-B2F7-A546936A27AC}"/>
              </a:ext>
            </a:extLst>
          </p:cNvPr>
          <p:cNvSpPr txBox="1"/>
          <p:nvPr/>
        </p:nvSpPr>
        <p:spPr>
          <a:xfrm>
            <a:off x="2336800" y="2751185"/>
            <a:ext cx="135466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400" dirty="0"/>
              <a:t>Lecture</a:t>
            </a:r>
          </a:p>
          <a:p>
            <a:r>
              <a:rPr lang="fr-FR" sz="1400" dirty="0"/>
              <a:t>écriture</a:t>
            </a:r>
          </a:p>
        </p:txBody>
      </p:sp>
      <p:cxnSp>
        <p:nvCxnSpPr>
          <p:cNvPr id="19" name="Connecteur : en angle 18">
            <a:extLst>
              <a:ext uri="{FF2B5EF4-FFF2-40B4-BE49-F238E27FC236}">
                <a16:creationId xmlns:a16="http://schemas.microsoft.com/office/drawing/2014/main" id="{0186AC74-2298-75A9-8D5A-9C2197D88C42}"/>
              </a:ext>
            </a:extLst>
          </p:cNvPr>
          <p:cNvCxnSpPr>
            <a:cxnSpLocks/>
            <a:stCxn id="5" idx="2"/>
            <a:endCxn id="8" idx="0"/>
          </p:cNvCxnSpPr>
          <p:nvPr/>
        </p:nvCxnSpPr>
        <p:spPr>
          <a:xfrm rot="16200000" flipH="1">
            <a:off x="4669503" y="3323292"/>
            <a:ext cx="939527" cy="1913466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Connecteur : en angle 19">
            <a:extLst>
              <a:ext uri="{FF2B5EF4-FFF2-40B4-BE49-F238E27FC236}">
                <a16:creationId xmlns:a16="http://schemas.microsoft.com/office/drawing/2014/main" id="{E4539072-F0F5-5C24-7EAD-0C663E8DD6B3}"/>
              </a:ext>
            </a:extLst>
          </p:cNvPr>
          <p:cNvCxnSpPr>
            <a:cxnSpLocks/>
            <a:stCxn id="5" idx="2"/>
            <a:endCxn id="7" idx="0"/>
          </p:cNvCxnSpPr>
          <p:nvPr/>
        </p:nvCxnSpPr>
        <p:spPr>
          <a:xfrm rot="5400000">
            <a:off x="2672099" y="3245366"/>
            <a:ext cx="945539" cy="2075330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1666174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ED7FC931-858E-2DB7-4048-52FB41ACEB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fld id="{ACEC98BE-FCE2-445F-8146-3A7F8CC3881D}" type="datetime1">
              <a:rPr lang="fr-FR" smtClean="0"/>
              <a:t>12/08/2026</a:t>
            </a:fld>
            <a:endParaRPr lang="en-US" dirty="0"/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53474F2F-61F5-F692-ADEB-B18AD9569016}"/>
              </a:ext>
            </a:extLst>
          </p:cNvPr>
          <p:cNvSpPr txBox="1"/>
          <p:nvPr/>
        </p:nvSpPr>
        <p:spPr>
          <a:xfrm>
            <a:off x="4978400" y="3190240"/>
            <a:ext cx="329184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4400" b="1" dirty="0">
                <a:solidFill>
                  <a:schemeClr val="bg1"/>
                </a:solidFill>
              </a:rPr>
              <a:t>MERCI</a:t>
            </a:r>
          </a:p>
        </p:txBody>
      </p:sp>
    </p:spTree>
    <p:extLst>
      <p:ext uri="{BB962C8B-B14F-4D97-AF65-F5344CB8AC3E}">
        <p14:creationId xmlns:p14="http://schemas.microsoft.com/office/powerpoint/2010/main" val="2464726542"/>
      </p:ext>
    </p:extLst>
  </p:cSld>
  <p:clrMapOvr>
    <a:masterClrMapping/>
  </p:clrMapOvr>
</p:sld>
</file>

<file path=ppt/theme/theme1.xml><?xml version="1.0" encoding="utf-8"?>
<a:theme xmlns:a="http://schemas.openxmlformats.org/drawingml/2006/main" name="DividendVTI">
  <a:themeElements>
    <a:clrScheme name="Blue II">
      <a:dk1>
        <a:sysClr val="windowText" lastClr="000000"/>
      </a:dk1>
      <a:lt1>
        <a:sysClr val="window" lastClr="FFFFFF"/>
      </a:lt1>
      <a:dk2>
        <a:srgbClr val="335B74"/>
      </a:dk2>
      <a:lt2>
        <a:srgbClr val="DFE3E5"/>
      </a:lt2>
      <a:accent1>
        <a:srgbClr val="1CADE4"/>
      </a:accent1>
      <a:accent2>
        <a:srgbClr val="2683C6"/>
      </a:accent2>
      <a:accent3>
        <a:srgbClr val="27CED7"/>
      </a:accent3>
      <a:accent4>
        <a:srgbClr val="42BA97"/>
      </a:accent4>
      <a:accent5>
        <a:srgbClr val="3E8853"/>
      </a:accent5>
      <a:accent6>
        <a:srgbClr val="62A39F"/>
      </a:accent6>
      <a:hlink>
        <a:srgbClr val="6EAC1C"/>
      </a:hlink>
      <a:folHlink>
        <a:srgbClr val="B26B02"/>
      </a:folHlink>
    </a:clrScheme>
    <a:fontScheme name="Dividend">
      <a:majorFont>
        <a:latin typeface="Franklin Gothic Demi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Franklin Gothic Book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Dividend">
      <a:fillStyleLst>
        <a:solidFill>
          <a:schemeClr val="phClr"/>
        </a:solidFill>
        <a:gradFill rotWithShape="1">
          <a:gsLst>
            <a:gs pos="0">
              <a:schemeClr val="phClr">
                <a:tint val="68000"/>
                <a:alpha val="90000"/>
                <a:lumMod val="100000"/>
              </a:schemeClr>
            </a:gs>
            <a:gs pos="100000">
              <a:schemeClr val="phClr">
                <a:tint val="90000"/>
                <a:lumMod val="95000"/>
              </a:schemeClr>
            </a:gs>
          </a:gsLst>
          <a:lin ang="5400000" scaled="1"/>
        </a:gradFill>
        <a:gradFill rotWithShape="1">
          <a:gsLst>
            <a:gs pos="0">
              <a:schemeClr val="phClr">
                <a:tint val="98000"/>
                <a:lumMod val="110000"/>
              </a:schemeClr>
            </a:gs>
            <a:gs pos="84000">
              <a:schemeClr val="phClr">
                <a:shade val="90000"/>
                <a:lumMod val="88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>
              <a:lumMod val="90000"/>
            </a:schemeClr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55000"/>
              </a:srgbClr>
            </a:outerShdw>
          </a:effectLst>
        </a:effectStyle>
        <a:effectStyle>
          <a:effectLst>
            <a:outerShdw blurRad="88900" dist="38100" dir="504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>
              <a:rot lat="0" lon="0" rev="1200000"/>
            </a:lightRig>
          </a:scene3d>
          <a:sp3d>
            <a:bevelT w="38100" h="508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88000">
              <a:schemeClr val="phClr">
                <a:shade val="94000"/>
                <a:satMod val="110000"/>
                <a:lumMod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8000"/>
                <a:satMod val="110000"/>
                <a:lumMod val="8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41798773_TF33552983" id="{8919647C-0055-458C-B827-A2A950DB19BD}" vid="{05B00E4D-3D0B-4DF2-A663-65D33D962579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{E5AA1841-0B6B-420C-B166-ADB295CE9748}TF201209c3-d067-44f9-a26f-c8f216c44313bd85a48a_win32-aaf37d2e3a1e</Template>
  <TotalTime>0</TotalTime>
  <Words>416</Words>
  <Application>Microsoft Office PowerPoint</Application>
  <PresentationFormat>Grand écran</PresentationFormat>
  <Paragraphs>78</Paragraphs>
  <Slides>9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9</vt:i4>
      </vt:variant>
    </vt:vector>
  </HeadingPairs>
  <TitlesOfParts>
    <vt:vector size="14" baseType="lpstr">
      <vt:lpstr>Calibri</vt:lpstr>
      <vt:lpstr>Franklin Gothic Book</vt:lpstr>
      <vt:lpstr>Franklin Gothic Demi</vt:lpstr>
      <vt:lpstr>Wingdings 2</vt:lpstr>
      <vt:lpstr>DividendVTI</vt:lpstr>
      <vt:lpstr>CONSTRUIRE ET TESTER UNE INFRASTRUCTURE DE DONNEES</vt:lpstr>
      <vt:lpstr>Sommaire</vt:lpstr>
      <vt:lpstr>1 - Contexte et objectif</vt:lpstr>
      <vt:lpstr>2 – Schéma architecture</vt:lpstr>
      <vt:lpstr>Présentation PowerPoint</vt:lpstr>
      <vt:lpstr>7. Réplication des données architecture de la base de données</vt:lpstr>
      <vt:lpstr>7. Réplication des données Processus pour répliquer</vt:lpstr>
      <vt:lpstr>8. Duplication des données architecture duplication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Sébastien Ulésie</dc:creator>
  <cp:lastModifiedBy>Sébastien Ulésie</cp:lastModifiedBy>
  <cp:revision>371</cp:revision>
  <dcterms:created xsi:type="dcterms:W3CDTF">2026-04-28T09:18:39Z</dcterms:created>
  <dcterms:modified xsi:type="dcterms:W3CDTF">2026-08-14T18:38:14Z</dcterms:modified>
</cp:coreProperties>
</file>